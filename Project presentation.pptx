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Lst>
  <p:notesMasterIdLst>
    <p:notesMasterId r:id="rId15"/>
  </p:notesMasterIdLst>
  <p:sldIdLst>
    <p:sldId id="688" r:id="rId6"/>
    <p:sldId id="689" r:id="rId7"/>
    <p:sldId id="694" r:id="rId8"/>
    <p:sldId id="696" r:id="rId9"/>
    <p:sldId id="697" r:id="rId10"/>
    <p:sldId id="690" r:id="rId11"/>
    <p:sldId id="691" r:id="rId12"/>
    <p:sldId id="692" r:id="rId13"/>
    <p:sldId id="693" r:id="rId14"/>
  </p:sldIdLst>
  <p:sldSz cx="11430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nal Shah1" initials="KS" lastIdx="17" clrIdx="0">
    <p:extLst>
      <p:ext uri="{19B8F6BF-5375-455C-9EA6-DF929625EA0E}">
        <p15:presenceInfo xmlns:p15="http://schemas.microsoft.com/office/powerpoint/2012/main" userId="S-1-5-21-3300683355-3145551286-600073073-226729" providerId="AD"/>
      </p:ext>
    </p:extLst>
  </p:cmAuthor>
  <p:cmAuthor id="2" name="sachin.jain@bennett.edu.in" initials="s" lastIdx="44" clrIdx="1">
    <p:extLst>
      <p:ext uri="{19B8F6BF-5375-455C-9EA6-DF929625EA0E}">
        <p15:presenceInfo xmlns:p15="http://schemas.microsoft.com/office/powerpoint/2012/main" userId="S-1-5-21-3650601058-2927273457-3098908604-8381" providerId="AD"/>
      </p:ext>
    </p:extLst>
  </p:cmAuthor>
  <p:cmAuthor id="3" name="Prayag Padwal" initials="PP" lastIdx="12" clrIdx="2">
    <p:extLst>
      <p:ext uri="{19B8F6BF-5375-455C-9EA6-DF929625EA0E}">
        <p15:presenceInfo xmlns:p15="http://schemas.microsoft.com/office/powerpoint/2012/main" userId="S-1-5-21-3300683355-3145551286-600073073-226733" providerId="AD"/>
      </p:ext>
    </p:extLst>
  </p:cmAuthor>
  <p:cmAuthor id="4" name="kapil.gaba" initials="k" lastIdx="7" clrIdx="3">
    <p:extLst>
      <p:ext uri="{19B8F6BF-5375-455C-9EA6-DF929625EA0E}">
        <p15:presenceInfo xmlns:p15="http://schemas.microsoft.com/office/powerpoint/2012/main" userId="S-1-5-21-3650601058-2927273457-3098908604-8223" providerId="AD"/>
      </p:ext>
    </p:extLst>
  </p:cmAuthor>
  <p:cmAuthor id="5" name="Kapil Gaba" initials="KG" lastIdx="44" clrIdx="4">
    <p:extLst>
      <p:ext uri="{19B8F6BF-5375-455C-9EA6-DF929625EA0E}">
        <p15:presenceInfo xmlns:p15="http://schemas.microsoft.com/office/powerpoint/2012/main" userId="S::kapil.gaba@bennett.edu.in::202fb0e0-c7ba-4f09-97df-33284bf03dac" providerId="AD"/>
      </p:ext>
    </p:extLst>
  </p:cmAuthor>
  <p:cmAuthor id="6" name="Sachin Jain" initials="SJ" lastIdx="51" clrIdx="5">
    <p:extLst>
      <p:ext uri="{19B8F6BF-5375-455C-9EA6-DF929625EA0E}">
        <p15:presenceInfo xmlns:p15="http://schemas.microsoft.com/office/powerpoint/2012/main" userId="S::sachin.jain@bennett.edu.in::45a2ee06-0f1e-4ce6-9b89-d7d85875a8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42F"/>
    <a:srgbClr val="4D4D4D"/>
    <a:srgbClr val="FF5C29"/>
    <a:srgbClr val="A9D0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97E77B-6756-4A06-8DD7-F7090C96E632}" v="2" dt="2025-02-02T07:52:46.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984" y="44"/>
      </p:cViewPr>
      <p:guideLst>
        <p:guide orient="horz"/>
        <p:guide/>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 Shivhare" userId="e430a6e0-652f-47fd-8a9e-a5ca3b9c72fb" providerId="ADAL" clId="{3B97E77B-6756-4A06-8DD7-F7090C96E632}"/>
    <pc:docChg chg="undo redo custSel addSld delSld modSld">
      <pc:chgData name="Shiv Shivhare" userId="e430a6e0-652f-47fd-8a9e-a5ca3b9c72fb" providerId="ADAL" clId="{3B97E77B-6756-4A06-8DD7-F7090C96E632}" dt="2025-02-02T08:10:20.261" v="360" actId="2890"/>
      <pc:docMkLst>
        <pc:docMk/>
      </pc:docMkLst>
      <pc:sldChg chg="addSp delSp modSp del mod">
        <pc:chgData name="Shiv Shivhare" userId="e430a6e0-652f-47fd-8a9e-a5ca3b9c72fb" providerId="ADAL" clId="{3B97E77B-6756-4A06-8DD7-F7090C96E632}" dt="2025-02-02T08:02:07.663" v="312" actId="47"/>
        <pc:sldMkLst>
          <pc:docMk/>
          <pc:sldMk cId="447495336" sldId="686"/>
        </pc:sldMkLst>
        <pc:spChg chg="mod">
          <ac:chgData name="Shiv Shivhare" userId="e430a6e0-652f-47fd-8a9e-a5ca3b9c72fb" providerId="ADAL" clId="{3B97E77B-6756-4A06-8DD7-F7090C96E632}" dt="2025-02-02T07:51:19.548" v="224" actId="1076"/>
          <ac:spMkLst>
            <pc:docMk/>
            <pc:sldMk cId="447495336" sldId="686"/>
            <ac:spMk id="3" creationId="{B917E014-2D06-6EF6-A50F-40A368FB3909}"/>
          </ac:spMkLst>
        </pc:spChg>
        <pc:spChg chg="mod">
          <ac:chgData name="Shiv Shivhare" userId="e430a6e0-652f-47fd-8a9e-a5ca3b9c72fb" providerId="ADAL" clId="{3B97E77B-6756-4A06-8DD7-F7090C96E632}" dt="2025-02-02T07:54:30.903" v="297"/>
          <ac:spMkLst>
            <pc:docMk/>
            <pc:sldMk cId="447495336" sldId="686"/>
            <ac:spMk id="5" creationId="{51C971FB-0C9A-5189-B5C5-8E583510E7F5}"/>
          </ac:spMkLst>
        </pc:spChg>
        <pc:spChg chg="add mod">
          <ac:chgData name="Shiv Shivhare" userId="e430a6e0-652f-47fd-8a9e-a5ca3b9c72fb" providerId="ADAL" clId="{3B97E77B-6756-4A06-8DD7-F7090C96E632}" dt="2025-02-02T07:48:14.033" v="57" actId="1076"/>
          <ac:spMkLst>
            <pc:docMk/>
            <pc:sldMk cId="447495336" sldId="686"/>
            <ac:spMk id="7" creationId="{A52D0B37-20A9-C0B5-7264-4479DA3453CA}"/>
          </ac:spMkLst>
        </pc:spChg>
        <pc:spChg chg="add mod">
          <ac:chgData name="Shiv Shivhare" userId="e430a6e0-652f-47fd-8a9e-a5ca3b9c72fb" providerId="ADAL" clId="{3B97E77B-6756-4A06-8DD7-F7090C96E632}" dt="2025-02-02T07:53:42.016" v="274" actId="14100"/>
          <ac:spMkLst>
            <pc:docMk/>
            <pc:sldMk cId="447495336" sldId="686"/>
            <ac:spMk id="8" creationId="{3A5DCFEF-8528-ECF9-A284-482D0B6432BB}"/>
          </ac:spMkLst>
        </pc:spChg>
        <pc:graphicFrameChg chg="del modGraphic">
          <ac:chgData name="Shiv Shivhare" userId="e430a6e0-652f-47fd-8a9e-a5ca3b9c72fb" providerId="ADAL" clId="{3B97E77B-6756-4A06-8DD7-F7090C96E632}" dt="2025-02-02T07:43:17.506" v="20" actId="478"/>
          <ac:graphicFrameMkLst>
            <pc:docMk/>
            <pc:sldMk cId="447495336" sldId="686"/>
            <ac:graphicFrameMk id="4" creationId="{CF8A8184-4FEF-F468-DD04-966F0857E53F}"/>
          </ac:graphicFrameMkLst>
        </pc:graphicFrameChg>
      </pc:sldChg>
      <pc:sldChg chg="modSp add del mod">
        <pc:chgData name="Shiv Shivhare" userId="e430a6e0-652f-47fd-8a9e-a5ca3b9c72fb" providerId="ADAL" clId="{3B97E77B-6756-4A06-8DD7-F7090C96E632}" dt="2025-02-02T08:03:20.610" v="315" actId="2696"/>
        <pc:sldMkLst>
          <pc:docMk/>
          <pc:sldMk cId="2557519026" sldId="687"/>
        </pc:sldMkLst>
        <pc:spChg chg="mod">
          <ac:chgData name="Shiv Shivhare" userId="e430a6e0-652f-47fd-8a9e-a5ca3b9c72fb" providerId="ADAL" clId="{3B97E77B-6756-4A06-8DD7-F7090C96E632}" dt="2025-02-02T08:01:44.584" v="311" actId="6549"/>
          <ac:spMkLst>
            <pc:docMk/>
            <pc:sldMk cId="2557519026" sldId="687"/>
            <ac:spMk id="5" creationId="{51C971FB-0C9A-5189-B5C5-8E583510E7F5}"/>
          </ac:spMkLst>
        </pc:spChg>
        <pc:spChg chg="mod">
          <ac:chgData name="Shiv Shivhare" userId="e430a6e0-652f-47fd-8a9e-a5ca3b9c72fb" providerId="ADAL" clId="{3B97E77B-6756-4A06-8DD7-F7090C96E632}" dt="2025-02-02T08:01:32.121" v="310" actId="1076"/>
          <ac:spMkLst>
            <pc:docMk/>
            <pc:sldMk cId="2557519026" sldId="687"/>
            <ac:spMk id="8" creationId="{3A5DCFEF-8528-ECF9-A284-482D0B6432BB}"/>
          </ac:spMkLst>
        </pc:spChg>
      </pc:sldChg>
      <pc:sldChg chg="modSp add mod">
        <pc:chgData name="Shiv Shivhare" userId="e430a6e0-652f-47fd-8a9e-a5ca3b9c72fb" providerId="ADAL" clId="{3B97E77B-6756-4A06-8DD7-F7090C96E632}" dt="2025-02-02T08:07:14.202" v="335" actId="1076"/>
        <pc:sldMkLst>
          <pc:docMk/>
          <pc:sldMk cId="764345788" sldId="688"/>
        </pc:sldMkLst>
        <pc:spChg chg="mod">
          <ac:chgData name="Shiv Shivhare" userId="e430a6e0-652f-47fd-8a9e-a5ca3b9c72fb" providerId="ADAL" clId="{3B97E77B-6756-4A06-8DD7-F7090C96E632}" dt="2025-02-02T08:07:14.202" v="335" actId="1076"/>
          <ac:spMkLst>
            <pc:docMk/>
            <pc:sldMk cId="764345788" sldId="688"/>
            <ac:spMk id="3" creationId="{B917E014-2D06-6EF6-A50F-40A368FB3909}"/>
          </ac:spMkLst>
        </pc:spChg>
        <pc:spChg chg="mod">
          <ac:chgData name="Shiv Shivhare" userId="e430a6e0-652f-47fd-8a9e-a5ca3b9c72fb" providerId="ADAL" clId="{3B97E77B-6756-4A06-8DD7-F7090C96E632}" dt="2025-02-02T08:02:52.834" v="314" actId="1076"/>
          <ac:spMkLst>
            <pc:docMk/>
            <pc:sldMk cId="764345788" sldId="688"/>
            <ac:spMk id="7" creationId="{A52D0B37-20A9-C0B5-7264-4479DA3453CA}"/>
          </ac:spMkLst>
        </pc:spChg>
      </pc:sldChg>
      <pc:sldChg chg="delSp modSp add mod">
        <pc:chgData name="Shiv Shivhare" userId="e430a6e0-652f-47fd-8a9e-a5ca3b9c72fb" providerId="ADAL" clId="{3B97E77B-6756-4A06-8DD7-F7090C96E632}" dt="2025-02-02T08:07:26.411" v="336" actId="255"/>
        <pc:sldMkLst>
          <pc:docMk/>
          <pc:sldMk cId="989047356" sldId="689"/>
        </pc:sldMkLst>
        <pc:spChg chg="mod">
          <ac:chgData name="Shiv Shivhare" userId="e430a6e0-652f-47fd-8a9e-a5ca3b9c72fb" providerId="ADAL" clId="{3B97E77B-6756-4A06-8DD7-F7090C96E632}" dt="2025-02-02T08:07:26.411" v="336" actId="255"/>
          <ac:spMkLst>
            <pc:docMk/>
            <pc:sldMk cId="989047356" sldId="689"/>
            <ac:spMk id="3" creationId="{B917E014-2D06-6EF6-A50F-40A368FB3909}"/>
          </ac:spMkLst>
        </pc:spChg>
        <pc:spChg chg="del">
          <ac:chgData name="Shiv Shivhare" userId="e430a6e0-652f-47fd-8a9e-a5ca3b9c72fb" providerId="ADAL" clId="{3B97E77B-6756-4A06-8DD7-F7090C96E632}" dt="2025-02-02T08:05:57.762" v="324" actId="478"/>
          <ac:spMkLst>
            <pc:docMk/>
            <pc:sldMk cId="989047356" sldId="689"/>
            <ac:spMk id="5" creationId="{51C971FB-0C9A-5189-B5C5-8E583510E7F5}"/>
          </ac:spMkLst>
        </pc:spChg>
        <pc:spChg chg="del mod">
          <ac:chgData name="Shiv Shivhare" userId="e430a6e0-652f-47fd-8a9e-a5ca3b9c72fb" providerId="ADAL" clId="{3B97E77B-6756-4A06-8DD7-F7090C96E632}" dt="2025-02-02T08:06:28.158" v="327" actId="478"/>
          <ac:spMkLst>
            <pc:docMk/>
            <pc:sldMk cId="989047356" sldId="689"/>
            <ac:spMk id="7" creationId="{A52D0B37-20A9-C0B5-7264-4479DA3453CA}"/>
          </ac:spMkLst>
        </pc:spChg>
        <pc:spChg chg="del">
          <ac:chgData name="Shiv Shivhare" userId="e430a6e0-652f-47fd-8a9e-a5ca3b9c72fb" providerId="ADAL" clId="{3B97E77B-6756-4A06-8DD7-F7090C96E632}" dt="2025-02-02T08:05:55.686" v="323" actId="478"/>
          <ac:spMkLst>
            <pc:docMk/>
            <pc:sldMk cId="989047356" sldId="689"/>
            <ac:spMk id="8" creationId="{3A5DCFEF-8528-ECF9-A284-482D0B6432BB}"/>
          </ac:spMkLst>
        </pc:spChg>
      </pc:sldChg>
      <pc:sldChg chg="modSp add mod">
        <pc:chgData name="Shiv Shivhare" userId="e430a6e0-652f-47fd-8a9e-a5ca3b9c72fb" providerId="ADAL" clId="{3B97E77B-6756-4A06-8DD7-F7090C96E632}" dt="2025-02-02T08:07:33.670" v="337" actId="255"/>
        <pc:sldMkLst>
          <pc:docMk/>
          <pc:sldMk cId="1024638685" sldId="690"/>
        </pc:sldMkLst>
        <pc:spChg chg="mod">
          <ac:chgData name="Shiv Shivhare" userId="e430a6e0-652f-47fd-8a9e-a5ca3b9c72fb" providerId="ADAL" clId="{3B97E77B-6756-4A06-8DD7-F7090C96E632}" dt="2025-02-02T08:07:33.670" v="337" actId="255"/>
          <ac:spMkLst>
            <pc:docMk/>
            <pc:sldMk cId="1024638685" sldId="690"/>
            <ac:spMk id="3" creationId="{B917E014-2D06-6EF6-A50F-40A368FB3909}"/>
          </ac:spMkLst>
        </pc:spChg>
      </pc:sldChg>
      <pc:sldChg chg="modSp add mod">
        <pc:chgData name="Shiv Shivhare" userId="e430a6e0-652f-47fd-8a9e-a5ca3b9c72fb" providerId="ADAL" clId="{3B97E77B-6756-4A06-8DD7-F7090C96E632}" dt="2025-02-02T08:08:19.087" v="345" actId="20577"/>
        <pc:sldMkLst>
          <pc:docMk/>
          <pc:sldMk cId="3193592411" sldId="691"/>
        </pc:sldMkLst>
        <pc:spChg chg="mod">
          <ac:chgData name="Shiv Shivhare" userId="e430a6e0-652f-47fd-8a9e-a5ca3b9c72fb" providerId="ADAL" clId="{3B97E77B-6756-4A06-8DD7-F7090C96E632}" dt="2025-02-02T08:08:19.087" v="345" actId="20577"/>
          <ac:spMkLst>
            <pc:docMk/>
            <pc:sldMk cId="3193592411" sldId="691"/>
            <ac:spMk id="3" creationId="{B917E014-2D06-6EF6-A50F-40A368FB3909}"/>
          </ac:spMkLst>
        </pc:spChg>
      </pc:sldChg>
      <pc:sldChg chg="modSp add mod">
        <pc:chgData name="Shiv Shivhare" userId="e430a6e0-652f-47fd-8a9e-a5ca3b9c72fb" providerId="ADAL" clId="{3B97E77B-6756-4A06-8DD7-F7090C96E632}" dt="2025-02-02T08:08:50.838" v="351" actId="20577"/>
        <pc:sldMkLst>
          <pc:docMk/>
          <pc:sldMk cId="2460478774" sldId="692"/>
        </pc:sldMkLst>
        <pc:spChg chg="mod">
          <ac:chgData name="Shiv Shivhare" userId="e430a6e0-652f-47fd-8a9e-a5ca3b9c72fb" providerId="ADAL" clId="{3B97E77B-6756-4A06-8DD7-F7090C96E632}" dt="2025-02-02T08:08:50.838" v="351" actId="20577"/>
          <ac:spMkLst>
            <pc:docMk/>
            <pc:sldMk cId="2460478774" sldId="692"/>
            <ac:spMk id="3" creationId="{B917E014-2D06-6EF6-A50F-40A368FB3909}"/>
          </ac:spMkLst>
        </pc:spChg>
      </pc:sldChg>
      <pc:sldChg chg="modSp add mod">
        <pc:chgData name="Shiv Shivhare" userId="e430a6e0-652f-47fd-8a9e-a5ca3b9c72fb" providerId="ADAL" clId="{3B97E77B-6756-4A06-8DD7-F7090C96E632}" dt="2025-02-02T08:09:20.976" v="357" actId="20577"/>
        <pc:sldMkLst>
          <pc:docMk/>
          <pc:sldMk cId="666742226" sldId="693"/>
        </pc:sldMkLst>
        <pc:spChg chg="mod">
          <ac:chgData name="Shiv Shivhare" userId="e430a6e0-652f-47fd-8a9e-a5ca3b9c72fb" providerId="ADAL" clId="{3B97E77B-6756-4A06-8DD7-F7090C96E632}" dt="2025-02-02T08:09:20.976" v="357" actId="20577"/>
          <ac:spMkLst>
            <pc:docMk/>
            <pc:sldMk cId="666742226" sldId="693"/>
            <ac:spMk id="3" creationId="{B917E014-2D06-6EF6-A50F-40A368FB3909}"/>
          </ac:spMkLst>
        </pc:spChg>
      </pc:sldChg>
      <pc:sldChg chg="add">
        <pc:chgData name="Shiv Shivhare" userId="e430a6e0-652f-47fd-8a9e-a5ca3b9c72fb" providerId="ADAL" clId="{3B97E77B-6756-4A06-8DD7-F7090C96E632}" dt="2025-02-02T08:10:04.924" v="358" actId="2890"/>
        <pc:sldMkLst>
          <pc:docMk/>
          <pc:sldMk cId="1990407711" sldId="694"/>
        </pc:sldMkLst>
      </pc:sldChg>
      <pc:sldChg chg="add">
        <pc:chgData name="Shiv Shivhare" userId="e430a6e0-652f-47fd-8a9e-a5ca3b9c72fb" providerId="ADAL" clId="{3B97E77B-6756-4A06-8DD7-F7090C96E632}" dt="2025-02-02T08:10:13.626" v="359" actId="2890"/>
        <pc:sldMkLst>
          <pc:docMk/>
          <pc:sldMk cId="2029873163" sldId="695"/>
        </pc:sldMkLst>
      </pc:sldChg>
      <pc:sldChg chg="add">
        <pc:chgData name="Shiv Shivhare" userId="e430a6e0-652f-47fd-8a9e-a5ca3b9c72fb" providerId="ADAL" clId="{3B97E77B-6756-4A06-8DD7-F7090C96E632}" dt="2025-02-02T08:10:20.261" v="360" actId="2890"/>
        <pc:sldMkLst>
          <pc:docMk/>
          <pc:sldMk cId="920939454" sldId="696"/>
        </pc:sldMkLst>
      </pc:sldChg>
      <pc:sldChg chg="del">
        <pc:chgData name="Shiv Shivhare" userId="e430a6e0-652f-47fd-8a9e-a5ca3b9c72fb" providerId="ADAL" clId="{3B97E77B-6756-4A06-8DD7-F7090C96E632}" dt="2025-02-02T07:41:52.910" v="0" actId="47"/>
        <pc:sldMkLst>
          <pc:docMk/>
          <pc:sldMk cId="1284729643" sldId="697"/>
        </pc:sldMkLst>
      </pc:sldChg>
      <pc:sldChg chg="del">
        <pc:chgData name="Shiv Shivhare" userId="e430a6e0-652f-47fd-8a9e-a5ca3b9c72fb" providerId="ADAL" clId="{3B97E77B-6756-4A06-8DD7-F7090C96E632}" dt="2025-02-02T07:41:53.276" v="1" actId="47"/>
        <pc:sldMkLst>
          <pc:docMk/>
          <pc:sldMk cId="3719215907" sldId="698"/>
        </pc:sldMkLst>
      </pc:sldChg>
      <pc:sldChg chg="del">
        <pc:chgData name="Shiv Shivhare" userId="e430a6e0-652f-47fd-8a9e-a5ca3b9c72fb" providerId="ADAL" clId="{3B97E77B-6756-4A06-8DD7-F7090C96E632}" dt="2025-02-02T07:41:55.385" v="2" actId="47"/>
        <pc:sldMkLst>
          <pc:docMk/>
          <pc:sldMk cId="1447106456" sldId="699"/>
        </pc:sldMkLst>
      </pc:sldChg>
      <pc:sldChg chg="del">
        <pc:chgData name="Shiv Shivhare" userId="e430a6e0-652f-47fd-8a9e-a5ca3b9c72fb" providerId="ADAL" clId="{3B97E77B-6756-4A06-8DD7-F7090C96E632}" dt="2025-02-02T07:41:57.310" v="3" actId="47"/>
        <pc:sldMkLst>
          <pc:docMk/>
          <pc:sldMk cId="245465024" sldId="700"/>
        </pc:sldMkLst>
      </pc:sldChg>
      <pc:sldChg chg="del">
        <pc:chgData name="Shiv Shivhare" userId="e430a6e0-652f-47fd-8a9e-a5ca3b9c72fb" providerId="ADAL" clId="{3B97E77B-6756-4A06-8DD7-F7090C96E632}" dt="2025-02-02T07:41:57.834" v="4" actId="47"/>
        <pc:sldMkLst>
          <pc:docMk/>
          <pc:sldMk cId="3683216263" sldId="701"/>
        </pc:sldMkLst>
      </pc:sldChg>
      <pc:sldChg chg="del">
        <pc:chgData name="Shiv Shivhare" userId="e430a6e0-652f-47fd-8a9e-a5ca3b9c72fb" providerId="ADAL" clId="{3B97E77B-6756-4A06-8DD7-F7090C96E632}" dt="2025-02-02T07:41:59.202" v="7" actId="47"/>
        <pc:sldMkLst>
          <pc:docMk/>
          <pc:sldMk cId="1483502088" sldId="702"/>
        </pc:sldMkLst>
      </pc:sldChg>
      <pc:sldChg chg="del">
        <pc:chgData name="Shiv Shivhare" userId="e430a6e0-652f-47fd-8a9e-a5ca3b9c72fb" providerId="ADAL" clId="{3B97E77B-6756-4A06-8DD7-F7090C96E632}" dt="2025-02-02T07:41:58.572" v="6" actId="47"/>
        <pc:sldMkLst>
          <pc:docMk/>
          <pc:sldMk cId="3108696464" sldId="703"/>
        </pc:sldMkLst>
      </pc:sldChg>
      <pc:sldChg chg="del">
        <pc:chgData name="Shiv Shivhare" userId="e430a6e0-652f-47fd-8a9e-a5ca3b9c72fb" providerId="ADAL" clId="{3B97E77B-6756-4A06-8DD7-F7090C96E632}" dt="2025-02-02T07:41:58.090" v="5" actId="47"/>
        <pc:sldMkLst>
          <pc:docMk/>
          <pc:sldMk cId="2500287524" sldId="704"/>
        </pc:sldMkLst>
      </pc:sldChg>
      <pc:sldChg chg="del">
        <pc:chgData name="Shiv Shivhare" userId="e430a6e0-652f-47fd-8a9e-a5ca3b9c72fb" providerId="ADAL" clId="{3B97E77B-6756-4A06-8DD7-F7090C96E632}" dt="2025-02-02T07:41:59.560" v="8" actId="47"/>
        <pc:sldMkLst>
          <pc:docMk/>
          <pc:sldMk cId="472300017" sldId="705"/>
        </pc:sldMkLst>
      </pc:sldChg>
      <pc:sldChg chg="del">
        <pc:chgData name="Shiv Shivhare" userId="e430a6e0-652f-47fd-8a9e-a5ca3b9c72fb" providerId="ADAL" clId="{3B97E77B-6756-4A06-8DD7-F7090C96E632}" dt="2025-02-02T07:41:59.864" v="9" actId="47"/>
        <pc:sldMkLst>
          <pc:docMk/>
          <pc:sldMk cId="1785114075" sldId="706"/>
        </pc:sldMkLst>
      </pc:sldChg>
      <pc:sldChg chg="del">
        <pc:chgData name="Shiv Shivhare" userId="e430a6e0-652f-47fd-8a9e-a5ca3b9c72fb" providerId="ADAL" clId="{3B97E77B-6756-4A06-8DD7-F7090C96E632}" dt="2025-02-02T07:42:00.233" v="10" actId="47"/>
        <pc:sldMkLst>
          <pc:docMk/>
          <pc:sldMk cId="78828615" sldId="709"/>
        </pc:sldMkLst>
      </pc:sldChg>
      <pc:sldChg chg="del">
        <pc:chgData name="Shiv Shivhare" userId="e430a6e0-652f-47fd-8a9e-a5ca3b9c72fb" providerId="ADAL" clId="{3B97E77B-6756-4A06-8DD7-F7090C96E632}" dt="2025-02-02T07:42:00.590" v="11" actId="47"/>
        <pc:sldMkLst>
          <pc:docMk/>
          <pc:sldMk cId="3090676102" sldId="712"/>
        </pc:sldMkLst>
      </pc:sldChg>
      <pc:sldChg chg="del">
        <pc:chgData name="Shiv Shivhare" userId="e430a6e0-652f-47fd-8a9e-a5ca3b9c72fb" providerId="ADAL" clId="{3B97E77B-6756-4A06-8DD7-F7090C96E632}" dt="2025-02-02T07:42:01.003" v="12" actId="47"/>
        <pc:sldMkLst>
          <pc:docMk/>
          <pc:sldMk cId="1170181433" sldId="718"/>
        </pc:sldMkLst>
      </pc:sldChg>
      <pc:sldChg chg="del">
        <pc:chgData name="Shiv Shivhare" userId="e430a6e0-652f-47fd-8a9e-a5ca3b9c72fb" providerId="ADAL" clId="{3B97E77B-6756-4A06-8DD7-F7090C96E632}" dt="2025-02-02T07:42:59.119" v="16" actId="47"/>
        <pc:sldMkLst>
          <pc:docMk/>
          <pc:sldMk cId="2739263713" sldId="719"/>
        </pc:sldMkLst>
      </pc:sldChg>
      <pc:sldChg chg="del">
        <pc:chgData name="Shiv Shivhare" userId="e430a6e0-652f-47fd-8a9e-a5ca3b9c72fb" providerId="ADAL" clId="{3B97E77B-6756-4A06-8DD7-F7090C96E632}" dt="2025-02-02T07:43:03.815" v="17" actId="47"/>
        <pc:sldMkLst>
          <pc:docMk/>
          <pc:sldMk cId="858485494" sldId="720"/>
        </pc:sldMkLst>
      </pc:sldChg>
      <pc:sldChg chg="del">
        <pc:chgData name="Shiv Shivhare" userId="e430a6e0-652f-47fd-8a9e-a5ca3b9c72fb" providerId="ADAL" clId="{3B97E77B-6756-4A06-8DD7-F7090C96E632}" dt="2025-02-02T07:42:01.410" v="13" actId="47"/>
        <pc:sldMkLst>
          <pc:docMk/>
          <pc:sldMk cId="3048865894" sldId="721"/>
        </pc:sldMkLst>
      </pc:sldChg>
      <pc:sldChg chg="del">
        <pc:chgData name="Shiv Shivhare" userId="e430a6e0-652f-47fd-8a9e-a5ca3b9c72fb" providerId="ADAL" clId="{3B97E77B-6756-4A06-8DD7-F7090C96E632}" dt="2025-02-02T07:42:02.656" v="15" actId="47"/>
        <pc:sldMkLst>
          <pc:docMk/>
          <pc:sldMk cId="4291078716" sldId="722"/>
        </pc:sldMkLst>
      </pc:sldChg>
      <pc:sldChg chg="del">
        <pc:chgData name="Shiv Shivhare" userId="e430a6e0-652f-47fd-8a9e-a5ca3b9c72fb" providerId="ADAL" clId="{3B97E77B-6756-4A06-8DD7-F7090C96E632}" dt="2025-02-02T07:42:01.858" v="14" actId="47"/>
        <pc:sldMkLst>
          <pc:docMk/>
          <pc:sldMk cId="319298321" sldId="7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DF63D-6310-4FA3-AE36-2EE96B6C153D}" type="datetimeFigureOut">
              <a:rPr lang="en-IN" smtClean="0"/>
              <a:t>30-04-2025</a:t>
            </a:fld>
            <a:endParaRPr lang="en-IN"/>
          </a:p>
        </p:txBody>
      </p:sp>
      <p:sp>
        <p:nvSpPr>
          <p:cNvPr id="4" name="Slide Image Placeholder 3"/>
          <p:cNvSpPr>
            <a:spLocks noGrp="1" noRot="1" noChangeAspect="1"/>
          </p:cNvSpPr>
          <p:nvPr>
            <p:ph type="sldImg" idx="2"/>
          </p:nvPr>
        </p:nvSpPr>
        <p:spPr>
          <a:xfrm>
            <a:off x="857250" y="1143000"/>
            <a:ext cx="51435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917C9-8EC7-4203-BC85-C94ECA1CC637}" type="slidenum">
              <a:rPr lang="en-IN" smtClean="0"/>
              <a:t>‹#›</a:t>
            </a:fld>
            <a:endParaRPr lang="en-IN"/>
          </a:p>
        </p:txBody>
      </p:sp>
    </p:spTree>
    <p:extLst>
      <p:ext uri="{BB962C8B-B14F-4D97-AF65-F5344CB8AC3E}">
        <p14:creationId xmlns:p14="http://schemas.microsoft.com/office/powerpoint/2010/main" val="1166956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1500" y="6356354"/>
            <a:ext cx="2667000" cy="365125"/>
          </a:xfrm>
          <a:prstGeom prst="rect">
            <a:avLst/>
          </a:prstGeom>
        </p:spPr>
        <p:txBody>
          <a:bodyPr/>
          <a:lstStyle/>
          <a:p>
            <a:endParaRPr lang="en-US"/>
          </a:p>
        </p:txBody>
      </p:sp>
      <p:sp>
        <p:nvSpPr>
          <p:cNvPr id="3" name="Footer Placeholder 2"/>
          <p:cNvSpPr>
            <a:spLocks noGrp="1"/>
          </p:cNvSpPr>
          <p:nvPr>
            <p:ph type="ftr" sz="quarter" idx="11"/>
          </p:nvPr>
        </p:nvSpPr>
        <p:spPr>
          <a:xfrm>
            <a:off x="3905251" y="6356354"/>
            <a:ext cx="36195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191500" y="6356354"/>
            <a:ext cx="2667000" cy="365125"/>
          </a:xfrm>
          <a:prstGeom prst="rect">
            <a:avLst/>
          </a:prstGeom>
        </p:spPr>
        <p:txBody>
          <a:body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1500" y="273050"/>
            <a:ext cx="3760392"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468812" y="273054"/>
            <a:ext cx="638968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1500" y="1435103"/>
            <a:ext cx="376039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71500" y="6356354"/>
            <a:ext cx="2667000" cy="365125"/>
          </a:xfrm>
          <a:prstGeom prst="rect">
            <a:avLst/>
          </a:prstGeom>
        </p:spPr>
        <p:txBody>
          <a:bodyPr/>
          <a:lstStyle/>
          <a:p>
            <a:endParaRPr lang="en-US"/>
          </a:p>
        </p:txBody>
      </p:sp>
      <p:sp>
        <p:nvSpPr>
          <p:cNvPr id="6" name="Footer Placeholder 5"/>
          <p:cNvSpPr>
            <a:spLocks noGrp="1"/>
          </p:cNvSpPr>
          <p:nvPr>
            <p:ph type="ftr" sz="quarter" idx="11"/>
          </p:nvPr>
        </p:nvSpPr>
        <p:spPr>
          <a:xfrm>
            <a:off x="3905251" y="6356354"/>
            <a:ext cx="36195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191500" y="6356354"/>
            <a:ext cx="2667000" cy="365125"/>
          </a:xfrm>
          <a:prstGeom prst="rect">
            <a:avLst/>
          </a:prstGeom>
        </p:spPr>
        <p:txBody>
          <a:body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40361" y="4800600"/>
            <a:ext cx="68580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240361" y="612775"/>
            <a:ext cx="68580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40361" y="5367338"/>
            <a:ext cx="68580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71500" y="6356354"/>
            <a:ext cx="2667000" cy="365125"/>
          </a:xfrm>
          <a:prstGeom prst="rect">
            <a:avLst/>
          </a:prstGeom>
        </p:spPr>
        <p:txBody>
          <a:bodyPr/>
          <a:lstStyle/>
          <a:p>
            <a:endParaRPr lang="en-US"/>
          </a:p>
        </p:txBody>
      </p:sp>
      <p:sp>
        <p:nvSpPr>
          <p:cNvPr id="6" name="Footer Placeholder 5"/>
          <p:cNvSpPr>
            <a:spLocks noGrp="1"/>
          </p:cNvSpPr>
          <p:nvPr>
            <p:ph type="ftr" sz="quarter" idx="11"/>
          </p:nvPr>
        </p:nvSpPr>
        <p:spPr>
          <a:xfrm>
            <a:off x="3905251" y="6356354"/>
            <a:ext cx="36195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191500" y="6356354"/>
            <a:ext cx="2667000" cy="365125"/>
          </a:xfrm>
          <a:prstGeom prst="rect">
            <a:avLst/>
          </a:prstGeom>
        </p:spPr>
        <p:txBody>
          <a:body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71500" y="274638"/>
            <a:ext cx="102870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71500" y="1600204"/>
            <a:ext cx="102870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571500" y="6356354"/>
            <a:ext cx="2667000" cy="365125"/>
          </a:xfrm>
          <a:prstGeom prst="rect">
            <a:avLst/>
          </a:prstGeom>
        </p:spPr>
        <p:txBody>
          <a:bodyPr/>
          <a:lstStyle/>
          <a:p>
            <a:endParaRPr lang="en-US"/>
          </a:p>
        </p:txBody>
      </p:sp>
      <p:sp>
        <p:nvSpPr>
          <p:cNvPr id="5" name="Footer Placeholder 4"/>
          <p:cNvSpPr>
            <a:spLocks noGrp="1"/>
          </p:cNvSpPr>
          <p:nvPr>
            <p:ph type="ftr" sz="quarter" idx="11"/>
          </p:nvPr>
        </p:nvSpPr>
        <p:spPr>
          <a:xfrm>
            <a:off x="3905251" y="6356354"/>
            <a:ext cx="36195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191500" y="6356354"/>
            <a:ext cx="2667000" cy="365125"/>
          </a:xfrm>
          <a:prstGeom prst="rect">
            <a:avLst/>
          </a:prstGeom>
        </p:spPr>
        <p:txBody>
          <a:body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43704" y="274642"/>
            <a:ext cx="3085702"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86594" y="274642"/>
            <a:ext cx="906661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571500" y="6356354"/>
            <a:ext cx="2667000" cy="365125"/>
          </a:xfrm>
          <a:prstGeom prst="rect">
            <a:avLst/>
          </a:prstGeom>
        </p:spPr>
        <p:txBody>
          <a:bodyPr/>
          <a:lstStyle/>
          <a:p>
            <a:endParaRPr lang="en-US"/>
          </a:p>
        </p:txBody>
      </p:sp>
      <p:sp>
        <p:nvSpPr>
          <p:cNvPr id="5" name="Footer Placeholder 4"/>
          <p:cNvSpPr>
            <a:spLocks noGrp="1"/>
          </p:cNvSpPr>
          <p:nvPr>
            <p:ph type="ftr" sz="quarter" idx="11"/>
          </p:nvPr>
        </p:nvSpPr>
        <p:spPr>
          <a:xfrm>
            <a:off x="3905251" y="6356354"/>
            <a:ext cx="36195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191500" y="6356354"/>
            <a:ext cx="2667000" cy="365125"/>
          </a:xfrm>
          <a:prstGeom prst="rect">
            <a:avLst/>
          </a:prstGeom>
        </p:spPr>
        <p:txBody>
          <a:bodyPr/>
          <a:lstStyle/>
          <a:p>
            <a:fld id="{BA02A10D-2263-4C90-A7AB-1C107B9DE31C}" type="slidenum">
              <a:rPr lang="en-US" smtClean="0"/>
              <a:pPr/>
              <a:t>‹#›</a:t>
            </a:fld>
            <a:endParaRPr lang="en-US"/>
          </a:p>
        </p:txBody>
      </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1_Picture with Caption">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787301" y="457200"/>
            <a:ext cx="3686473" cy="16002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panose="020F0502020204030204"/>
              <a:buNone/>
              <a:defRPr sz="3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4859238" y="987426"/>
            <a:ext cx="5786438" cy="4873625"/>
          </a:xfrm>
          <a:prstGeom prst="rect">
            <a:avLst/>
          </a:prstGeom>
          <a:noFill/>
          <a:ln>
            <a:noFill/>
          </a:ln>
        </p:spPr>
      </p:sp>
      <p:sp>
        <p:nvSpPr>
          <p:cNvPr id="109" name="Google Shape;109;p22"/>
          <p:cNvSpPr txBox="1">
            <a:spLocks noGrp="1"/>
          </p:cNvSpPr>
          <p:nvPr>
            <p:ph type="body" idx="1"/>
          </p:nvPr>
        </p:nvSpPr>
        <p:spPr>
          <a:xfrm>
            <a:off x="787301" y="2057401"/>
            <a:ext cx="3686473" cy="3811588"/>
          </a:xfrm>
          <a:prstGeom prst="rect">
            <a:avLst/>
          </a:prstGeom>
          <a:noFill/>
          <a:ln>
            <a:noFill/>
          </a:ln>
        </p:spPr>
        <p:txBody>
          <a:bodyPr spcFirstLastPara="1" wrap="square" lIns="68575" tIns="34275" rIns="68575" bIns="34275" anchor="t" anchorCtr="0">
            <a:normAutofit/>
          </a:bodyPr>
          <a:lstStyle>
            <a:lvl1pPr marL="571500" lvl="0" indent="-285750" algn="l">
              <a:lnSpc>
                <a:spcPct val="90000"/>
              </a:lnSpc>
              <a:spcBef>
                <a:spcPts val="1000"/>
              </a:spcBef>
              <a:spcAft>
                <a:spcPts val="0"/>
              </a:spcAft>
              <a:buClr>
                <a:schemeClr val="dk1"/>
              </a:buClr>
              <a:buSzPts val="1200"/>
              <a:buNone/>
              <a:defRPr sz="1500"/>
            </a:lvl1pPr>
            <a:lvl2pPr marL="1143000" lvl="1" indent="-285750" algn="l">
              <a:lnSpc>
                <a:spcPct val="90000"/>
              </a:lnSpc>
              <a:spcBef>
                <a:spcPts val="500"/>
              </a:spcBef>
              <a:spcAft>
                <a:spcPts val="0"/>
              </a:spcAft>
              <a:buClr>
                <a:schemeClr val="dk1"/>
              </a:buClr>
              <a:buSzPts val="1100"/>
              <a:buNone/>
              <a:defRPr sz="1375"/>
            </a:lvl2pPr>
            <a:lvl3pPr marL="1714500" lvl="2" indent="-285750" algn="l">
              <a:lnSpc>
                <a:spcPct val="90000"/>
              </a:lnSpc>
              <a:spcBef>
                <a:spcPts val="500"/>
              </a:spcBef>
              <a:spcAft>
                <a:spcPts val="0"/>
              </a:spcAft>
              <a:buClr>
                <a:schemeClr val="dk1"/>
              </a:buClr>
              <a:buSzPts val="900"/>
              <a:buNone/>
              <a:defRPr sz="1125"/>
            </a:lvl3pPr>
            <a:lvl4pPr marL="2286000" lvl="3" indent="-285750" algn="l">
              <a:lnSpc>
                <a:spcPct val="90000"/>
              </a:lnSpc>
              <a:spcBef>
                <a:spcPts val="500"/>
              </a:spcBef>
              <a:spcAft>
                <a:spcPts val="0"/>
              </a:spcAft>
              <a:buClr>
                <a:schemeClr val="dk1"/>
              </a:buClr>
              <a:buSzPts val="800"/>
              <a:buNone/>
              <a:defRPr sz="1000"/>
            </a:lvl4pPr>
            <a:lvl5pPr marL="2857500" lvl="4" indent="-285750" algn="l">
              <a:lnSpc>
                <a:spcPct val="90000"/>
              </a:lnSpc>
              <a:spcBef>
                <a:spcPts val="500"/>
              </a:spcBef>
              <a:spcAft>
                <a:spcPts val="0"/>
              </a:spcAft>
              <a:buClr>
                <a:schemeClr val="dk1"/>
              </a:buClr>
              <a:buSzPts val="800"/>
              <a:buNone/>
              <a:defRPr sz="1000"/>
            </a:lvl5pPr>
            <a:lvl6pPr marL="3429000" lvl="5" indent="-285750" algn="l">
              <a:lnSpc>
                <a:spcPct val="90000"/>
              </a:lnSpc>
              <a:spcBef>
                <a:spcPts val="500"/>
              </a:spcBef>
              <a:spcAft>
                <a:spcPts val="0"/>
              </a:spcAft>
              <a:buClr>
                <a:schemeClr val="dk1"/>
              </a:buClr>
              <a:buSzPts val="800"/>
              <a:buNone/>
              <a:defRPr sz="1000"/>
            </a:lvl6pPr>
            <a:lvl7pPr marL="4000500" lvl="6" indent="-285750" algn="l">
              <a:lnSpc>
                <a:spcPct val="90000"/>
              </a:lnSpc>
              <a:spcBef>
                <a:spcPts val="500"/>
              </a:spcBef>
              <a:spcAft>
                <a:spcPts val="0"/>
              </a:spcAft>
              <a:buClr>
                <a:schemeClr val="dk1"/>
              </a:buClr>
              <a:buSzPts val="800"/>
              <a:buNone/>
              <a:defRPr sz="1000"/>
            </a:lvl7pPr>
            <a:lvl8pPr marL="4572000" lvl="7" indent="-285750" algn="l">
              <a:lnSpc>
                <a:spcPct val="90000"/>
              </a:lnSpc>
              <a:spcBef>
                <a:spcPts val="500"/>
              </a:spcBef>
              <a:spcAft>
                <a:spcPts val="0"/>
              </a:spcAft>
              <a:buClr>
                <a:schemeClr val="dk1"/>
              </a:buClr>
              <a:buSzPts val="800"/>
              <a:buNone/>
              <a:defRPr sz="1000"/>
            </a:lvl8pPr>
            <a:lvl9pPr marL="5143500" lvl="8" indent="-285750" algn="l">
              <a:lnSpc>
                <a:spcPct val="90000"/>
              </a:lnSpc>
              <a:spcBef>
                <a:spcPts val="500"/>
              </a:spcBef>
              <a:spcAft>
                <a:spcPts val="0"/>
              </a:spcAft>
              <a:buClr>
                <a:schemeClr val="dk1"/>
              </a:buClr>
              <a:buSzPts val="800"/>
              <a:buNone/>
              <a:defRPr sz="1000"/>
            </a:lvl9pPr>
          </a:lstStyle>
          <a:p>
            <a:endParaRPr/>
          </a:p>
        </p:txBody>
      </p:sp>
      <p:sp>
        <p:nvSpPr>
          <p:cNvPr id="110" name="Google Shape;110;p22"/>
          <p:cNvSpPr txBox="1">
            <a:spLocks noGrp="1"/>
          </p:cNvSpPr>
          <p:nvPr>
            <p:ph type="dt" idx="10"/>
          </p:nvPr>
        </p:nvSpPr>
        <p:spPr>
          <a:xfrm>
            <a:off x="785813" y="6356351"/>
            <a:ext cx="2571750" cy="3651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786188" y="6356351"/>
            <a:ext cx="3857625" cy="3651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8072438" y="6356351"/>
            <a:ext cx="2571750" cy="3651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1125"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29842438"/>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57250" y="2130425"/>
            <a:ext cx="9715500" cy="1470025"/>
          </a:xfrm>
        </p:spPr>
        <p:txBody>
          <a:bodyPr/>
          <a:lstStyle/>
          <a:p>
            <a:r>
              <a:rPr lang="en-US"/>
              <a:t>Click to edit Master title style</a:t>
            </a:r>
          </a:p>
        </p:txBody>
      </p:sp>
      <p:sp>
        <p:nvSpPr>
          <p:cNvPr id="3" name="Subtitle 2"/>
          <p:cNvSpPr>
            <a:spLocks noGrp="1"/>
          </p:cNvSpPr>
          <p:nvPr>
            <p:ph type="subTitle" idx="1"/>
          </p:nvPr>
        </p:nvSpPr>
        <p:spPr>
          <a:xfrm>
            <a:off x="1714500" y="3886200"/>
            <a:ext cx="80010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03288" y="4406900"/>
            <a:ext cx="97155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03288" y="2906713"/>
            <a:ext cx="97155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71500" y="1600200"/>
            <a:ext cx="50673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91200" y="1600200"/>
            <a:ext cx="50673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71500" y="1535113"/>
            <a:ext cx="50498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71500" y="2174875"/>
            <a:ext cx="50498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807075" y="1535113"/>
            <a:ext cx="50514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7075" y="2174875"/>
            <a:ext cx="50514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1500" y="273050"/>
            <a:ext cx="3760788"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468813" y="273050"/>
            <a:ext cx="638968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1500" y="1435100"/>
            <a:ext cx="376078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9963" y="4800600"/>
            <a:ext cx="68580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239963" y="612775"/>
            <a:ext cx="68580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39963" y="5367338"/>
            <a:ext cx="68580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86750" y="274638"/>
            <a:ext cx="25717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71500" y="274638"/>
            <a:ext cx="7562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30B232-DD7F-42AA-A6BE-FC69144049E4}" type="slidenum">
              <a:rPr lang="en-US" smtClean="0"/>
              <a:pPr/>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Master Page.jpg"/>
          <p:cNvPicPr>
            <a:picLocks noChangeAspect="1"/>
          </p:cNvPicPr>
          <p:nvPr userDrawn="1"/>
        </p:nvPicPr>
        <p:blipFill>
          <a:blip r:embed="rId14" cstate="screen"/>
          <a:srcRect/>
          <a:stretch>
            <a:fillRect/>
          </a:stretch>
        </p:blipFill>
        <p:spPr>
          <a:xfrm>
            <a:off x="0" y="0"/>
            <a:ext cx="11430000" cy="941746"/>
          </a:xfrm>
          <a:prstGeom prst="rect">
            <a:avLst/>
          </a:prstGeom>
        </p:spPr>
      </p:pic>
      <p:pic>
        <p:nvPicPr>
          <p:cNvPr id="8" name="Picture 7" descr="Master Page.jpg"/>
          <p:cNvPicPr>
            <a:picLocks noChangeAspect="1"/>
          </p:cNvPicPr>
          <p:nvPr userDrawn="1"/>
        </p:nvPicPr>
        <p:blipFill rotWithShape="1">
          <a:blip r:embed="rId15" cstate="screen"/>
          <a:srcRect l="26990"/>
          <a:stretch/>
        </p:blipFill>
        <p:spPr>
          <a:xfrm>
            <a:off x="4343400" y="6473347"/>
            <a:ext cx="7086600" cy="381000"/>
          </a:xfrm>
          <a:prstGeom prst="rect">
            <a:avLst/>
          </a:prstGeom>
        </p:spPr>
      </p:pic>
      <p:sp>
        <p:nvSpPr>
          <p:cNvPr id="5" name="Slide Number Placeholder 4"/>
          <p:cNvSpPr>
            <a:spLocks noGrp="1"/>
          </p:cNvSpPr>
          <p:nvPr>
            <p:ph type="sldNum" sz="quarter" idx="4"/>
          </p:nvPr>
        </p:nvSpPr>
        <p:spPr>
          <a:xfrm>
            <a:off x="10820400" y="6477000"/>
            <a:ext cx="533400" cy="365125"/>
          </a:xfrm>
          <a:prstGeom prst="rect">
            <a:avLst/>
          </a:prstGeom>
        </p:spPr>
        <p:txBody>
          <a:bodyPr/>
          <a:lstStyle>
            <a:lvl1pPr>
              <a:defRPr>
                <a:solidFill>
                  <a:schemeClr val="bg1"/>
                </a:solidFill>
              </a:defRPr>
            </a:lvl1pPr>
          </a:lstStyle>
          <a:p>
            <a:fld id="{BA02A10D-2263-4C90-A7AB-1C107B9DE31C}" type="slidenum">
              <a:rPr lang="en-US" smtClean="0"/>
              <a:pPr/>
              <a:t>‹#›</a:t>
            </a:fld>
            <a:endParaRPr lang="en-US"/>
          </a:p>
        </p:txBody>
      </p:sp>
      <p:pic>
        <p:nvPicPr>
          <p:cNvPr id="3" name="Picture 2"/>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8653468" y="76208"/>
            <a:ext cx="2590800" cy="865538"/>
          </a:xfrm>
          <a:prstGeom prst="rect">
            <a:avLst/>
          </a:prstGeom>
        </p:spPr>
      </p:pic>
      <p:sp>
        <p:nvSpPr>
          <p:cNvPr id="10" name="TextBox 9">
            <a:extLst>
              <a:ext uri="{FF2B5EF4-FFF2-40B4-BE49-F238E27FC236}">
                <a16:creationId xmlns:a16="http://schemas.microsoft.com/office/drawing/2014/main" id="{C46B2B8C-6123-4C35-8877-E88B2D7C1AF6}"/>
              </a:ext>
            </a:extLst>
          </p:cNvPr>
          <p:cNvSpPr txBox="1"/>
          <p:nvPr userDrawn="1"/>
        </p:nvSpPr>
        <p:spPr>
          <a:xfrm>
            <a:off x="4572000" y="6524624"/>
            <a:ext cx="2856744" cy="276999"/>
          </a:xfrm>
          <a:prstGeom prst="rect">
            <a:avLst/>
          </a:prstGeom>
          <a:noFill/>
        </p:spPr>
        <p:txBody>
          <a:bodyPr wrap="none" rtlCol="0">
            <a:spAutoFit/>
          </a:bodyPr>
          <a:lstStyle/>
          <a:p>
            <a:r>
              <a:rPr lang="en-IN" sz="1200">
                <a:solidFill>
                  <a:schemeClr val="bg1"/>
                </a:solidFill>
              </a:rPr>
              <a:t>2</a:t>
            </a:r>
            <a:r>
              <a:rPr lang="en-IN" sz="1200" baseline="30000">
                <a:solidFill>
                  <a:schemeClr val="bg1"/>
                </a:solidFill>
              </a:rPr>
              <a:t>nd</a:t>
            </a:r>
            <a:r>
              <a:rPr lang="en-IN" sz="1200">
                <a:solidFill>
                  <a:schemeClr val="bg1"/>
                </a:solidFill>
              </a:rPr>
              <a:t> Annual Convocation – 01 October 2020</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ransition spd="slow">
    <p:push dir="u"/>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1500" y="274638"/>
            <a:ext cx="102870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71500" y="1600200"/>
            <a:ext cx="102870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71500" y="6356350"/>
            <a:ext cx="26670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905250" y="6356350"/>
            <a:ext cx="36195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191500" y="6356350"/>
            <a:ext cx="26670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0B232-DD7F-42AA-A6BE-FC69144049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dir="u"/>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ocs.oracle.com/en/java/javase/24/" TargetMode="External"/><Relationship Id="rId2" Type="http://schemas.openxmlformats.org/officeDocument/2006/relationships/hyperlink" Target="https://www.geeksforgeeks.org/" TargetMode="External"/><Relationship Id="rId1" Type="http://schemas.openxmlformats.org/officeDocument/2006/relationships/slideLayout" Target="../slideLayouts/slideLayout1.xml"/><Relationship Id="rId5" Type="http://schemas.openxmlformats.org/officeDocument/2006/relationships/hyperlink" Target="https://youtube.com/" TargetMode="External"/><Relationship Id="rId4" Type="http://schemas.openxmlformats.org/officeDocument/2006/relationships/hyperlink" Target="https://github.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1</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3745" y="-80841"/>
            <a:ext cx="5711686" cy="1015663"/>
          </a:xfrm>
          <a:prstGeom prst="rect">
            <a:avLst/>
          </a:prstGeom>
          <a:noFill/>
        </p:spPr>
        <p:txBody>
          <a:bodyPr wrap="square">
            <a:spAutoFit/>
          </a:bodyPr>
          <a:lstStyle/>
          <a:p>
            <a:r>
              <a:rPr lang="en-IN" sz="3000" b="1" dirty="0">
                <a:solidFill>
                  <a:schemeClr val="bg1"/>
                </a:solidFill>
              </a:rPr>
              <a:t>Object Oriented Programming using Java (CSET-109)</a:t>
            </a:r>
          </a:p>
        </p:txBody>
      </p:sp>
      <p:sp>
        <p:nvSpPr>
          <p:cNvPr id="5" name="TextBox 4">
            <a:extLst>
              <a:ext uri="{FF2B5EF4-FFF2-40B4-BE49-F238E27FC236}">
                <a16:creationId xmlns:a16="http://schemas.microsoft.com/office/drawing/2014/main" id="{51C971FB-0C9A-5189-B5C5-8E583510E7F5}"/>
              </a:ext>
            </a:extLst>
          </p:cNvPr>
          <p:cNvSpPr txBox="1"/>
          <p:nvPr/>
        </p:nvSpPr>
        <p:spPr>
          <a:xfrm>
            <a:off x="4787153" y="4200056"/>
            <a:ext cx="6033247" cy="1569660"/>
          </a:xfrm>
          <a:prstGeom prst="rect">
            <a:avLst/>
          </a:prstGeom>
          <a:noFill/>
        </p:spPr>
        <p:txBody>
          <a:bodyPr wrap="square" rtlCol="0">
            <a:spAutoFit/>
          </a:bodyPr>
          <a:lstStyle/>
          <a:p>
            <a:pPr algn="r"/>
            <a:r>
              <a:rPr lang="en-IN" sz="2400" b="1" dirty="0"/>
              <a:t>Presented By:</a:t>
            </a:r>
            <a:br>
              <a:rPr lang="en-IN" sz="2400" b="1" dirty="0"/>
            </a:br>
            <a:r>
              <a:rPr lang="en-IN" sz="2400" dirty="0"/>
              <a:t>Rishabh Jain | S24CSEU0324</a:t>
            </a:r>
          </a:p>
          <a:p>
            <a:pPr algn="r"/>
            <a:r>
              <a:rPr lang="en-IN" sz="2400" dirty="0"/>
              <a:t>Mannan Gaudi | S24CSEU0226</a:t>
            </a:r>
          </a:p>
          <a:p>
            <a:pPr algn="r"/>
            <a:r>
              <a:rPr lang="en-IN" sz="2400" dirty="0"/>
              <a:t>Rakshita | S24CSEU0311</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52D0B37-20A9-C0B5-7264-4479DA3453CA}"/>
              </a:ext>
            </a:extLst>
          </p:cNvPr>
          <p:cNvSpPr txBox="1"/>
          <p:nvPr/>
        </p:nvSpPr>
        <p:spPr>
          <a:xfrm>
            <a:off x="2666416" y="1800192"/>
            <a:ext cx="5711686" cy="1569660"/>
          </a:xfrm>
          <a:prstGeom prst="rect">
            <a:avLst/>
          </a:prstGeom>
          <a:noFill/>
        </p:spPr>
        <p:txBody>
          <a:bodyPr wrap="square" anchor="ctr">
            <a:spAutoFit/>
          </a:bodyPr>
          <a:lstStyle/>
          <a:p>
            <a:pPr algn="ctr"/>
            <a:r>
              <a:rPr lang="en-IN" sz="9600" b="1" dirty="0" err="1">
                <a:solidFill>
                  <a:srgbClr val="C00000"/>
                </a:solidFill>
              </a:rPr>
              <a:t>TrainMate</a:t>
            </a:r>
            <a:endParaRPr lang="en-IN" sz="9600" b="1" dirty="0">
              <a:solidFill>
                <a:srgbClr val="C00000"/>
              </a:solidFill>
            </a:endParaRPr>
          </a:p>
        </p:txBody>
      </p:sp>
      <p:sp>
        <p:nvSpPr>
          <p:cNvPr id="8" name="TextBox 7">
            <a:extLst>
              <a:ext uri="{FF2B5EF4-FFF2-40B4-BE49-F238E27FC236}">
                <a16:creationId xmlns:a16="http://schemas.microsoft.com/office/drawing/2014/main" id="{3A5DCFEF-8528-ECF9-A284-482D0B6432BB}"/>
              </a:ext>
            </a:extLst>
          </p:cNvPr>
          <p:cNvSpPr txBox="1"/>
          <p:nvPr/>
        </p:nvSpPr>
        <p:spPr>
          <a:xfrm>
            <a:off x="475131" y="4200056"/>
            <a:ext cx="3953434" cy="830997"/>
          </a:xfrm>
          <a:prstGeom prst="rect">
            <a:avLst/>
          </a:prstGeom>
          <a:noFill/>
        </p:spPr>
        <p:txBody>
          <a:bodyPr wrap="square" rtlCol="0">
            <a:spAutoFit/>
          </a:bodyPr>
          <a:lstStyle/>
          <a:p>
            <a:r>
              <a:rPr lang="en-IN" sz="2400" b="1" dirty="0"/>
              <a:t>Submitted To:</a:t>
            </a:r>
            <a:br>
              <a:rPr lang="en-IN" sz="2400" b="1" dirty="0"/>
            </a:br>
            <a:r>
              <a:rPr lang="en-IN" sz="2400" dirty="0"/>
              <a:t>Dr. Susmita Das</a:t>
            </a:r>
          </a:p>
        </p:txBody>
      </p:sp>
    </p:spTree>
    <p:extLst>
      <p:ext uri="{BB962C8B-B14F-4D97-AF65-F5344CB8AC3E}">
        <p14:creationId xmlns:p14="http://schemas.microsoft.com/office/powerpoint/2010/main" val="764345788"/>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2</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Project description </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C461E48-6D25-0586-630C-E6DEA4C0AD13}"/>
              </a:ext>
            </a:extLst>
          </p:cNvPr>
          <p:cNvSpPr txBox="1"/>
          <p:nvPr/>
        </p:nvSpPr>
        <p:spPr>
          <a:xfrm>
            <a:off x="781144" y="2090172"/>
            <a:ext cx="9867711" cy="2677656"/>
          </a:xfrm>
          <a:prstGeom prst="rect">
            <a:avLst/>
          </a:prstGeom>
          <a:noFill/>
        </p:spPr>
        <p:txBody>
          <a:bodyPr wrap="square" rtlCol="0" anchor="ctr">
            <a:spAutoFit/>
          </a:bodyPr>
          <a:lstStyle/>
          <a:p>
            <a:r>
              <a:rPr lang="en-US" sz="2800" dirty="0"/>
              <a:t>The Train Ticket Booking System, </a:t>
            </a:r>
            <a:r>
              <a:rPr lang="en-US" sz="2800" b="1" dirty="0" err="1"/>
              <a:t>TrainMate</a:t>
            </a:r>
            <a:r>
              <a:rPr lang="en-US" sz="2800" dirty="0"/>
              <a:t>,  is a Java-based app that makes booking and managing train tickets simple. Users can easily book, cancel, and check their tickets, while admins can add or remove trains and update schedules. The system gives real-time updates, keeps everything secure, and has an easy-to-use interface for everyone</a:t>
            </a:r>
            <a:endParaRPr lang="en-IN" sz="2800" dirty="0"/>
          </a:p>
        </p:txBody>
      </p:sp>
    </p:spTree>
    <p:extLst>
      <p:ext uri="{BB962C8B-B14F-4D97-AF65-F5344CB8AC3E}">
        <p14:creationId xmlns:p14="http://schemas.microsoft.com/office/powerpoint/2010/main" val="98904735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3</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Features</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21887BE3-9F28-A60B-42A2-C79F0C12CE2C}"/>
              </a:ext>
            </a:extLst>
          </p:cNvPr>
          <p:cNvSpPr>
            <a:spLocks noChangeArrowheads="1"/>
          </p:cNvSpPr>
          <p:nvPr/>
        </p:nvSpPr>
        <p:spPr bwMode="auto">
          <a:xfrm>
            <a:off x="242000" y="1220769"/>
            <a:ext cx="1067153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Easy Ticket Booking:</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Users can quickly book tickets through a simple, 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Ticket Cancellation:</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Booked tickets can be easily canceled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Real-Time Train Details: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Displays up-to-date train schedules, routes, and seat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Admin Panel Access: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 secure admin panel allows authorized users to manage train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Add or Remove Trains: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Admins can add new trains or remove existing ones as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Seat Availability Management: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The system tracks and updates seat availability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Fast and Reliable Performance: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Optimized for quick response times and smooth booking experiences.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Secure System:</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Access controls protect the admin panel and user data.</a:t>
            </a:r>
          </a:p>
        </p:txBody>
      </p:sp>
    </p:spTree>
    <p:extLst>
      <p:ext uri="{BB962C8B-B14F-4D97-AF65-F5344CB8AC3E}">
        <p14:creationId xmlns:p14="http://schemas.microsoft.com/office/powerpoint/2010/main" val="199040771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4</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Solution approach </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CF4EE9D-8553-5A30-7A07-FA2113D35078}"/>
              </a:ext>
            </a:extLst>
          </p:cNvPr>
          <p:cNvSpPr txBox="1"/>
          <p:nvPr/>
        </p:nvSpPr>
        <p:spPr>
          <a:xfrm>
            <a:off x="1218709" y="1874728"/>
            <a:ext cx="8992581" cy="3108543"/>
          </a:xfrm>
          <a:prstGeom prst="rect">
            <a:avLst/>
          </a:prstGeom>
          <a:noFill/>
        </p:spPr>
        <p:txBody>
          <a:bodyPr wrap="square" rtlCol="0">
            <a:spAutoFit/>
          </a:bodyPr>
          <a:lstStyle/>
          <a:p>
            <a:r>
              <a:rPr lang="en-US" sz="2800" kern="1200" dirty="0">
                <a:solidFill>
                  <a:srgbClr val="000000"/>
                </a:solidFill>
                <a:effectLst/>
                <a:latin typeface="Calibri" panose="020F0502020204030204" pitchFamily="34" charset="0"/>
                <a:ea typeface="+mn-ea"/>
                <a:cs typeface="+mn-cs"/>
              </a:rPr>
              <a:t>Our Java-based Train Ticket Booking System, </a:t>
            </a:r>
            <a:r>
              <a:rPr lang="en-US" sz="2800" b="1" kern="1200" dirty="0" err="1">
                <a:solidFill>
                  <a:srgbClr val="000000"/>
                </a:solidFill>
                <a:effectLst/>
                <a:latin typeface="Calibri" panose="020F0502020204030204" pitchFamily="34" charset="0"/>
                <a:ea typeface="+mn-ea"/>
                <a:cs typeface="+mn-cs"/>
              </a:rPr>
              <a:t>TrainMate</a:t>
            </a:r>
            <a:r>
              <a:rPr lang="en-US" sz="2800" kern="1200" dirty="0">
                <a:solidFill>
                  <a:srgbClr val="000000"/>
                </a:solidFill>
                <a:effectLst/>
                <a:latin typeface="Calibri" panose="020F0502020204030204" pitchFamily="34" charset="0"/>
                <a:ea typeface="+mn-ea"/>
                <a:cs typeface="+mn-cs"/>
              </a:rPr>
              <a:t>, offers a seamless and user-friendly interface for quick ticket reservations. Users can easily book and cancel train tickets, while administrators can add or remove trains directly from a secure admin panel. The system provides real-time train details, ensuring a smooth and efficient booking experience for all users.</a:t>
            </a:r>
            <a:endParaRPr lang="en-IN" sz="2800" dirty="0">
              <a:effectLst/>
            </a:endParaRPr>
          </a:p>
        </p:txBody>
      </p:sp>
    </p:spTree>
    <p:extLst>
      <p:ext uri="{BB962C8B-B14F-4D97-AF65-F5344CB8AC3E}">
        <p14:creationId xmlns:p14="http://schemas.microsoft.com/office/powerpoint/2010/main" val="92093945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96B3-654F-EDA4-6106-D610B7BC43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7D2CD9-5B86-B898-C768-614D60283779}"/>
              </a:ext>
            </a:extLst>
          </p:cNvPr>
          <p:cNvSpPr>
            <a:spLocks noGrp="1"/>
          </p:cNvSpPr>
          <p:nvPr>
            <p:ph type="sldNum" sz="quarter" idx="4"/>
          </p:nvPr>
        </p:nvSpPr>
        <p:spPr/>
        <p:txBody>
          <a:bodyPr/>
          <a:lstStyle/>
          <a:p>
            <a:fld id="{BA02A10D-2263-4C90-A7AB-1C107B9DE31C}" type="slidenum">
              <a:rPr lang="en-US" smtClean="0"/>
              <a:pPr/>
              <a:t>5</a:t>
            </a:fld>
            <a:endParaRPr lang="en-US"/>
          </a:p>
        </p:txBody>
      </p:sp>
      <p:sp>
        <p:nvSpPr>
          <p:cNvPr id="3" name="TextBox 2">
            <a:extLst>
              <a:ext uri="{FF2B5EF4-FFF2-40B4-BE49-F238E27FC236}">
                <a16:creationId xmlns:a16="http://schemas.microsoft.com/office/drawing/2014/main" id="{DF77793E-9B9F-72C6-BA4E-ACDFCFB0F0DD}"/>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Solution approach </a:t>
            </a:r>
          </a:p>
        </p:txBody>
      </p:sp>
      <p:sp>
        <p:nvSpPr>
          <p:cNvPr id="6" name="Rectangle 5">
            <a:extLst>
              <a:ext uri="{FF2B5EF4-FFF2-40B4-BE49-F238E27FC236}">
                <a16:creationId xmlns:a16="http://schemas.microsoft.com/office/drawing/2014/main" id="{283417C4-107C-C9A0-9B55-6E7622B8B4D4}"/>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5397B0C-EB40-D302-441A-CCC7816D1749}"/>
              </a:ext>
            </a:extLst>
          </p:cNvPr>
          <p:cNvSpPr txBox="1"/>
          <p:nvPr/>
        </p:nvSpPr>
        <p:spPr>
          <a:xfrm>
            <a:off x="1856721" y="3225260"/>
            <a:ext cx="1898601" cy="369332"/>
          </a:xfrm>
          <a:prstGeom prst="rect">
            <a:avLst/>
          </a:prstGeom>
          <a:noFill/>
        </p:spPr>
        <p:txBody>
          <a:bodyPr wrap="square" rtlCol="0">
            <a:spAutoFit/>
          </a:bodyPr>
          <a:lstStyle/>
          <a:p>
            <a:endParaRPr lang="en-IN" dirty="0"/>
          </a:p>
        </p:txBody>
      </p:sp>
      <p:sp>
        <p:nvSpPr>
          <p:cNvPr id="5" name="Rectangle: Rounded Corners 4">
            <a:extLst>
              <a:ext uri="{FF2B5EF4-FFF2-40B4-BE49-F238E27FC236}">
                <a16:creationId xmlns:a16="http://schemas.microsoft.com/office/drawing/2014/main" id="{7DF8EAB3-8B5B-AD3B-29B1-4C8A080C2D39}"/>
              </a:ext>
            </a:extLst>
          </p:cNvPr>
          <p:cNvSpPr/>
          <p:nvPr/>
        </p:nvSpPr>
        <p:spPr>
          <a:xfrm>
            <a:off x="1340188" y="2297944"/>
            <a:ext cx="2156868" cy="1276752"/>
          </a:xfrm>
          <a:prstGeom prst="roundRect">
            <a:avLst>
              <a:gd name="adj" fmla="val 50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Frontend</a:t>
            </a:r>
          </a:p>
          <a:p>
            <a:pPr algn="ctr"/>
            <a:r>
              <a:rPr lang="en-IN" sz="1600" dirty="0">
                <a:solidFill>
                  <a:schemeClr val="tx1"/>
                </a:solidFill>
              </a:rPr>
              <a:t>Java Swing + </a:t>
            </a:r>
            <a:r>
              <a:rPr lang="en-IN" sz="1600" dirty="0" err="1">
                <a:solidFill>
                  <a:schemeClr val="tx1"/>
                </a:solidFill>
              </a:rPr>
              <a:t>Flatlaf</a:t>
            </a:r>
            <a:endParaRPr lang="en-IN" sz="1600" dirty="0">
              <a:solidFill>
                <a:schemeClr val="tx1"/>
              </a:solidFill>
            </a:endParaRPr>
          </a:p>
        </p:txBody>
      </p:sp>
      <p:sp>
        <p:nvSpPr>
          <p:cNvPr id="9" name="Rectangle: Rounded Corners 8">
            <a:extLst>
              <a:ext uri="{FF2B5EF4-FFF2-40B4-BE49-F238E27FC236}">
                <a16:creationId xmlns:a16="http://schemas.microsoft.com/office/drawing/2014/main" id="{C4D16BCA-9DFB-4BA8-A1AF-9104D8B29FF9}"/>
              </a:ext>
            </a:extLst>
          </p:cNvPr>
          <p:cNvSpPr/>
          <p:nvPr/>
        </p:nvSpPr>
        <p:spPr>
          <a:xfrm>
            <a:off x="4636566" y="2089491"/>
            <a:ext cx="2156868" cy="170211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Backend</a:t>
            </a:r>
          </a:p>
          <a:p>
            <a:pPr algn="ctr"/>
            <a:r>
              <a:rPr lang="en-IN" sz="2000" dirty="0">
                <a:solidFill>
                  <a:schemeClr val="tx1"/>
                </a:solidFill>
              </a:rPr>
              <a:t>Java 24</a:t>
            </a:r>
          </a:p>
        </p:txBody>
      </p:sp>
      <p:sp>
        <p:nvSpPr>
          <p:cNvPr id="11" name="Rectangle: Rounded Corners 10">
            <a:extLst>
              <a:ext uri="{FF2B5EF4-FFF2-40B4-BE49-F238E27FC236}">
                <a16:creationId xmlns:a16="http://schemas.microsoft.com/office/drawing/2014/main" id="{8E1E2FDD-652F-525A-F4F1-2D10E8B5100F}"/>
              </a:ext>
            </a:extLst>
          </p:cNvPr>
          <p:cNvSpPr/>
          <p:nvPr/>
        </p:nvSpPr>
        <p:spPr>
          <a:xfrm>
            <a:off x="7932944" y="2297944"/>
            <a:ext cx="2156868" cy="1276752"/>
          </a:xfrm>
          <a:prstGeom prst="roundRect">
            <a:avLst>
              <a:gd name="adj" fmla="val 50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Database</a:t>
            </a:r>
          </a:p>
          <a:p>
            <a:pPr algn="ctr"/>
            <a:r>
              <a:rPr lang="en-IN" sz="1600" dirty="0">
                <a:solidFill>
                  <a:schemeClr val="tx1"/>
                </a:solidFill>
              </a:rPr>
              <a:t>PostgreSQL</a:t>
            </a:r>
          </a:p>
        </p:txBody>
      </p:sp>
      <p:sp>
        <p:nvSpPr>
          <p:cNvPr id="13" name="Rectangle: Rounded Corners 12">
            <a:extLst>
              <a:ext uri="{FF2B5EF4-FFF2-40B4-BE49-F238E27FC236}">
                <a16:creationId xmlns:a16="http://schemas.microsoft.com/office/drawing/2014/main" id="{A5665789-EF62-6382-2AE6-C93B2780A1D8}"/>
              </a:ext>
            </a:extLst>
          </p:cNvPr>
          <p:cNvSpPr/>
          <p:nvPr/>
        </p:nvSpPr>
        <p:spPr>
          <a:xfrm>
            <a:off x="4636566" y="4388519"/>
            <a:ext cx="2156868" cy="1276752"/>
          </a:xfrm>
          <a:prstGeom prst="roundRect">
            <a:avLst>
              <a:gd name="adj" fmla="val 50000"/>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Authentication</a:t>
            </a:r>
          </a:p>
          <a:p>
            <a:pPr algn="ctr"/>
            <a:r>
              <a:rPr lang="en-IN" sz="1600" dirty="0">
                <a:solidFill>
                  <a:schemeClr val="tx1"/>
                </a:solidFill>
              </a:rPr>
              <a:t>JWT</a:t>
            </a:r>
            <a:endParaRPr lang="en-IN" sz="1200" dirty="0">
              <a:solidFill>
                <a:schemeClr val="tx1"/>
              </a:solidFill>
            </a:endParaRPr>
          </a:p>
        </p:txBody>
      </p:sp>
      <p:cxnSp>
        <p:nvCxnSpPr>
          <p:cNvPr id="15" name="Straight Arrow Connector 14">
            <a:extLst>
              <a:ext uri="{FF2B5EF4-FFF2-40B4-BE49-F238E27FC236}">
                <a16:creationId xmlns:a16="http://schemas.microsoft.com/office/drawing/2014/main" id="{73FF174E-AB55-0D77-D10C-00AD65142EE7}"/>
              </a:ext>
            </a:extLst>
          </p:cNvPr>
          <p:cNvCxnSpPr>
            <a:stCxn id="5" idx="3"/>
            <a:endCxn id="9" idx="1"/>
          </p:cNvCxnSpPr>
          <p:nvPr/>
        </p:nvCxnSpPr>
        <p:spPr>
          <a:xfrm>
            <a:off x="3497056" y="2936320"/>
            <a:ext cx="1139510" cy="42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FD7DB6C6-54B3-1892-32DF-3889F1779633}"/>
              </a:ext>
            </a:extLst>
          </p:cNvPr>
          <p:cNvCxnSpPr>
            <a:stCxn id="9" idx="3"/>
            <a:endCxn id="11" idx="1"/>
          </p:cNvCxnSpPr>
          <p:nvPr/>
        </p:nvCxnSpPr>
        <p:spPr>
          <a:xfrm flipV="1">
            <a:off x="6793434" y="2936320"/>
            <a:ext cx="1139510" cy="42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168A0651-C9A6-54B6-307D-432F9DAA3D41}"/>
              </a:ext>
            </a:extLst>
          </p:cNvPr>
          <p:cNvCxnSpPr>
            <a:stCxn id="13" idx="0"/>
            <a:endCxn id="9" idx="2"/>
          </p:cNvCxnSpPr>
          <p:nvPr/>
        </p:nvCxnSpPr>
        <p:spPr>
          <a:xfrm flipV="1">
            <a:off x="5715000" y="3791603"/>
            <a:ext cx="0" cy="5969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7982573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6</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Solution approach </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7839F74-99AA-70C0-DCEF-2A41F4DF2AB1}"/>
              </a:ext>
            </a:extLst>
          </p:cNvPr>
          <p:cNvSpPr txBox="1"/>
          <p:nvPr/>
        </p:nvSpPr>
        <p:spPr>
          <a:xfrm>
            <a:off x="1856721" y="3315573"/>
            <a:ext cx="1898601" cy="369332"/>
          </a:xfrm>
          <a:prstGeom prst="rect">
            <a:avLst/>
          </a:prstGeom>
          <a:noFill/>
        </p:spPr>
        <p:txBody>
          <a:bodyPr wrap="square" rtlCol="0">
            <a:spAutoFit/>
          </a:bodyPr>
          <a:lstStyle/>
          <a:p>
            <a:endParaRPr lang="en-IN" dirty="0"/>
          </a:p>
        </p:txBody>
      </p:sp>
      <p:sp>
        <p:nvSpPr>
          <p:cNvPr id="12" name="Rectangle 6">
            <a:extLst>
              <a:ext uri="{FF2B5EF4-FFF2-40B4-BE49-F238E27FC236}">
                <a16:creationId xmlns:a16="http://schemas.microsoft.com/office/drawing/2014/main" id="{64471D8A-191A-1CB4-B829-A64EA6F7860F}"/>
              </a:ext>
            </a:extLst>
          </p:cNvPr>
          <p:cNvSpPr>
            <a:spLocks noChangeArrowheads="1"/>
          </p:cNvSpPr>
          <p:nvPr/>
        </p:nvSpPr>
        <p:spPr bwMode="auto">
          <a:xfrm>
            <a:off x="76200" y="907905"/>
            <a:ext cx="1097158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b="1" dirty="0">
                <a:latin typeface="Arial" panose="020B0604020202020204" pitchFamily="34" charset="0"/>
              </a:rPr>
              <a:t>Core Development - Java:</a:t>
            </a:r>
            <a:br>
              <a:rPr lang="en-US" altLang="en-US" b="1" dirty="0">
                <a:latin typeface="Arial" panose="020B0604020202020204" pitchFamily="34" charset="0"/>
              </a:rPr>
            </a:br>
            <a:r>
              <a:rPr lang="en-US" altLang="en-US" dirty="0">
                <a:latin typeface="Arial" panose="020B0604020202020204" pitchFamily="34" charset="0"/>
              </a:rPr>
              <a:t>Java was used as the main programming language to implement the system’s core logic. Java AWT (Abstract Window Toolkit) and Java Swing libraries were used for creating the base GUI components like buttons, forms, tables, and dialogs.</a:t>
            </a:r>
          </a:p>
          <a:p>
            <a:pPr lvl="0" eaLnBrk="0" fontAlgn="base" hangingPunct="0">
              <a:spcBef>
                <a:spcPct val="0"/>
              </a:spcBef>
              <a:spcAft>
                <a:spcPct val="0"/>
              </a:spcAft>
            </a:pPr>
            <a:endParaRPr lang="en-US" altLang="en-US" dirty="0">
              <a:latin typeface="Arial" panose="020B0604020202020204" pitchFamily="34" charset="0"/>
            </a:endParaRPr>
          </a:p>
          <a:p>
            <a:pPr eaLnBrk="0" fontAlgn="base" hangingPunct="0">
              <a:spcBef>
                <a:spcPct val="0"/>
              </a:spcBef>
              <a:spcAft>
                <a:spcPct val="0"/>
              </a:spcAft>
              <a:buFontTx/>
              <a:buChar char="•"/>
            </a:pPr>
            <a:r>
              <a:rPr lang="en-US" altLang="en-US" b="1" dirty="0">
                <a:latin typeface="Arial" panose="020B0604020202020204" pitchFamily="34" charset="0"/>
              </a:rPr>
              <a:t>IDE Used - IntelliJ IDEA:</a:t>
            </a:r>
            <a:br>
              <a:rPr lang="en-US" altLang="en-US" dirty="0">
                <a:latin typeface="Arial" panose="020B0604020202020204" pitchFamily="34" charset="0"/>
              </a:rPr>
            </a:br>
            <a:r>
              <a:rPr lang="en-US" altLang="en-US" dirty="0">
                <a:latin typeface="Arial" panose="020B0604020202020204" pitchFamily="34" charset="0"/>
              </a:rPr>
              <a:t>IntelliJ IDEA served as the development environment, providing strong support for Java development, debugging, and efficient project management.</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Frontend/GUI Enhancement - </a:t>
            </a:r>
            <a:r>
              <a:rPr lang="en-US" altLang="en-US" b="1" dirty="0" err="1">
                <a:latin typeface="Arial" panose="020B0604020202020204" pitchFamily="34" charset="0"/>
              </a:rPr>
              <a:t>FlatLaf</a:t>
            </a:r>
            <a:r>
              <a:rPr lang="en-US" altLang="en-US" b="1" dirty="0">
                <a:latin typeface="Arial" panose="020B0604020202020204" pitchFamily="34" charset="0"/>
              </a:rPr>
              <a:t> Library:</a:t>
            </a:r>
            <a:br>
              <a:rPr lang="en-US" altLang="en-US" b="1" dirty="0">
                <a:latin typeface="Arial" panose="020B0604020202020204" pitchFamily="34" charset="0"/>
              </a:rPr>
            </a:br>
            <a:r>
              <a:rPr lang="en-US" altLang="en-US" dirty="0">
                <a:latin typeface="Arial" panose="020B0604020202020204" pitchFamily="34" charset="0"/>
              </a:rPr>
              <a:t>To give the traditional Java Swing GUI a modern and polished look, the </a:t>
            </a:r>
            <a:r>
              <a:rPr lang="en-US" altLang="en-US" dirty="0" err="1">
                <a:latin typeface="Arial" panose="020B0604020202020204" pitchFamily="34" charset="0"/>
              </a:rPr>
              <a:t>FlatLaf</a:t>
            </a:r>
            <a:r>
              <a:rPr lang="en-US" altLang="en-US" dirty="0">
                <a:latin typeface="Arial" panose="020B0604020202020204" pitchFamily="34" charset="0"/>
              </a:rPr>
              <a:t> library was integrated, improving the appearance and responsiveness of the interface.</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Database Management - </a:t>
            </a:r>
            <a:r>
              <a:rPr lang="en-US" altLang="en-US" b="1" dirty="0" err="1">
                <a:latin typeface="Arial" panose="020B0604020202020204" pitchFamily="34" charset="0"/>
              </a:rPr>
              <a:t>NeonDB</a:t>
            </a:r>
            <a:r>
              <a:rPr lang="en-US" altLang="en-US" b="1" dirty="0">
                <a:latin typeface="Arial" panose="020B0604020202020204" pitchFamily="34" charset="0"/>
              </a:rPr>
              <a:t>:</a:t>
            </a:r>
            <a:br>
              <a:rPr lang="en-US" altLang="en-US" b="1" dirty="0">
                <a:latin typeface="Arial" panose="020B0604020202020204" pitchFamily="34" charset="0"/>
              </a:rPr>
            </a:br>
            <a:r>
              <a:rPr lang="en-US" altLang="en-US" dirty="0" err="1">
                <a:latin typeface="Arial" panose="020B0604020202020204" pitchFamily="34" charset="0"/>
              </a:rPr>
              <a:t>NeonDB</a:t>
            </a:r>
            <a:r>
              <a:rPr lang="en-US" altLang="en-US" dirty="0">
                <a:latin typeface="Arial" panose="020B0604020202020204" pitchFamily="34" charset="0"/>
              </a:rPr>
              <a:t> was used as the cloud-based database to store critical data such as train details, booking records, and user information securely and reliably.</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Database Connectivity - </a:t>
            </a:r>
            <a:r>
              <a:rPr lang="en-US" altLang="en-US" b="1" dirty="0" err="1">
                <a:latin typeface="Arial" panose="020B0604020202020204" pitchFamily="34" charset="0"/>
              </a:rPr>
              <a:t>ProgreSQL</a:t>
            </a:r>
            <a:r>
              <a:rPr lang="en-US" altLang="en-US" b="1" dirty="0">
                <a:latin typeface="Arial" panose="020B0604020202020204" pitchFamily="34" charset="0"/>
              </a:rPr>
              <a:t>:</a:t>
            </a:r>
            <a:br>
              <a:rPr lang="en-US" altLang="en-US" dirty="0">
                <a:latin typeface="Arial" panose="020B0604020202020204" pitchFamily="34" charset="0"/>
              </a:rPr>
            </a:br>
            <a:r>
              <a:rPr lang="en-US" altLang="en-US" dirty="0" err="1">
                <a:latin typeface="Arial" panose="020B0604020202020204" pitchFamily="34" charset="0"/>
              </a:rPr>
              <a:t>ProgressQL</a:t>
            </a:r>
            <a:r>
              <a:rPr lang="en-US" altLang="en-US" dirty="0">
                <a:latin typeface="Arial" panose="020B0604020202020204" pitchFamily="34" charset="0"/>
              </a:rPr>
              <a:t> helped establish a smooth and efficient connection between the Java application and the </a:t>
            </a:r>
            <a:r>
              <a:rPr lang="en-US" altLang="en-US" dirty="0" err="1">
                <a:latin typeface="Arial" panose="020B0604020202020204" pitchFamily="34" charset="0"/>
              </a:rPr>
              <a:t>NeonDB</a:t>
            </a:r>
            <a:r>
              <a:rPr lang="en-US" altLang="en-US" dirty="0">
                <a:latin typeface="Arial" panose="020B0604020202020204" pitchFamily="34" charset="0"/>
              </a:rPr>
              <a:t> cloud database, allowing real-time data transactions.</a:t>
            </a:r>
          </a:p>
        </p:txBody>
      </p:sp>
    </p:spTree>
    <p:extLst>
      <p:ext uri="{BB962C8B-B14F-4D97-AF65-F5344CB8AC3E}">
        <p14:creationId xmlns:p14="http://schemas.microsoft.com/office/powerpoint/2010/main" val="102463868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7</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Individual contribution</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0009934-49B3-EA68-FD7D-10F351866632}"/>
              </a:ext>
            </a:extLst>
          </p:cNvPr>
          <p:cNvSpPr txBox="1"/>
          <p:nvPr/>
        </p:nvSpPr>
        <p:spPr>
          <a:xfrm>
            <a:off x="157852" y="1423951"/>
            <a:ext cx="5625130" cy="1138773"/>
          </a:xfrm>
          <a:prstGeom prst="rect">
            <a:avLst/>
          </a:prstGeom>
          <a:noFill/>
        </p:spPr>
        <p:txBody>
          <a:bodyPr wrap="none" rtlCol="0">
            <a:spAutoFit/>
          </a:bodyPr>
          <a:lstStyle/>
          <a:p>
            <a:r>
              <a:rPr lang="en-IN" sz="4000" b="1" dirty="0"/>
              <a:t>Rishabh Jain</a:t>
            </a:r>
          </a:p>
          <a:p>
            <a:r>
              <a:rPr lang="en-IN" sz="2800" dirty="0"/>
              <a:t>Backend in Java 24, using IntelliJ IDEA</a:t>
            </a:r>
            <a:endParaRPr lang="en-IN" dirty="0"/>
          </a:p>
        </p:txBody>
      </p:sp>
      <p:sp>
        <p:nvSpPr>
          <p:cNvPr id="5" name="TextBox 4">
            <a:extLst>
              <a:ext uri="{FF2B5EF4-FFF2-40B4-BE49-F238E27FC236}">
                <a16:creationId xmlns:a16="http://schemas.microsoft.com/office/drawing/2014/main" id="{464B5520-F734-BF27-1916-3989AF4E96C3}"/>
              </a:ext>
            </a:extLst>
          </p:cNvPr>
          <p:cNvSpPr txBox="1"/>
          <p:nvPr/>
        </p:nvSpPr>
        <p:spPr>
          <a:xfrm>
            <a:off x="157848" y="4606590"/>
            <a:ext cx="7196201" cy="1138773"/>
          </a:xfrm>
          <a:prstGeom prst="rect">
            <a:avLst/>
          </a:prstGeom>
          <a:noFill/>
        </p:spPr>
        <p:txBody>
          <a:bodyPr wrap="none" rtlCol="0">
            <a:spAutoFit/>
          </a:bodyPr>
          <a:lstStyle/>
          <a:p>
            <a:r>
              <a:rPr lang="en-IN" sz="4000" b="1" dirty="0"/>
              <a:t>Rakshita</a:t>
            </a:r>
          </a:p>
          <a:p>
            <a:r>
              <a:rPr lang="en-IN" sz="2800" dirty="0"/>
              <a:t>Handled the SQL Database, </a:t>
            </a:r>
            <a:r>
              <a:rPr lang="en-IN" sz="2800" dirty="0" err="1"/>
              <a:t>NeonDB</a:t>
            </a:r>
            <a:r>
              <a:rPr lang="en-IN" sz="2800" dirty="0"/>
              <a:t> (</a:t>
            </a:r>
            <a:r>
              <a:rPr lang="en-IN" sz="2800" dirty="0" err="1"/>
              <a:t>neon.tech</a:t>
            </a:r>
            <a:r>
              <a:rPr lang="en-IN" sz="2800" dirty="0"/>
              <a:t>)</a:t>
            </a:r>
          </a:p>
        </p:txBody>
      </p:sp>
      <p:sp>
        <p:nvSpPr>
          <p:cNvPr id="7" name="TextBox 6">
            <a:extLst>
              <a:ext uri="{FF2B5EF4-FFF2-40B4-BE49-F238E27FC236}">
                <a16:creationId xmlns:a16="http://schemas.microsoft.com/office/drawing/2014/main" id="{2C054A71-6008-E8EF-8030-47E0D598FE12}"/>
              </a:ext>
            </a:extLst>
          </p:cNvPr>
          <p:cNvSpPr txBox="1"/>
          <p:nvPr/>
        </p:nvSpPr>
        <p:spPr>
          <a:xfrm>
            <a:off x="157849" y="2965246"/>
            <a:ext cx="8708090" cy="1138773"/>
          </a:xfrm>
          <a:prstGeom prst="rect">
            <a:avLst/>
          </a:prstGeom>
          <a:noFill/>
        </p:spPr>
        <p:txBody>
          <a:bodyPr wrap="none" rtlCol="0">
            <a:spAutoFit/>
          </a:bodyPr>
          <a:lstStyle/>
          <a:p>
            <a:r>
              <a:rPr lang="en-IN" sz="4000" b="1" dirty="0"/>
              <a:t>Mannan Gaudi</a:t>
            </a:r>
          </a:p>
          <a:p>
            <a:r>
              <a:rPr lang="en-IN" sz="2800" dirty="0"/>
              <a:t>Frontend using Java Swing (Enhanced using </a:t>
            </a:r>
            <a:r>
              <a:rPr lang="en-IN" sz="2800" dirty="0" err="1"/>
              <a:t>FlatLaf</a:t>
            </a:r>
            <a:r>
              <a:rPr lang="en-IN" sz="2800" dirty="0"/>
              <a:t> Library)</a:t>
            </a:r>
          </a:p>
        </p:txBody>
      </p:sp>
    </p:spTree>
    <p:extLst>
      <p:ext uri="{BB962C8B-B14F-4D97-AF65-F5344CB8AC3E}">
        <p14:creationId xmlns:p14="http://schemas.microsoft.com/office/powerpoint/2010/main" val="319359241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8</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Future Applications</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052EB17D-4CD2-9AA9-25D7-64324B9094A4}"/>
              </a:ext>
            </a:extLst>
          </p:cNvPr>
          <p:cNvSpPr>
            <a:spLocks noChangeArrowheads="1"/>
          </p:cNvSpPr>
          <p:nvPr/>
        </p:nvSpPr>
        <p:spPr bwMode="auto">
          <a:xfrm>
            <a:off x="305489" y="1320468"/>
            <a:ext cx="1081902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latin typeface="Arial" panose="020B0604020202020204" pitchFamily="34" charset="0"/>
              </a:rPr>
              <a:t>Online Reservation Portal:</a:t>
            </a:r>
            <a:br>
              <a:rPr lang="en-US" altLang="en-US" sz="2000" dirty="0">
                <a:latin typeface="Arial" panose="020B0604020202020204" pitchFamily="34" charset="0"/>
              </a:rPr>
            </a:br>
            <a:r>
              <a:rPr lang="en-US" altLang="en-US" sz="2000" dirty="0">
                <a:latin typeface="Arial" panose="020B0604020202020204" pitchFamily="34" charset="0"/>
              </a:rPr>
              <a:t>It can be developed into a full web-based platform for nationwide train ticket booking, similar to IRCTC or Amtrak.</a:t>
            </a:r>
          </a:p>
          <a:p>
            <a:pPr lvl="0" eaLnBrk="0" fontAlgn="base" hangingPunct="0">
              <a:spcBef>
                <a:spcPct val="0"/>
              </a:spcBef>
              <a:spcAft>
                <a:spcPct val="0"/>
              </a:spcAft>
            </a:pPr>
            <a:endParaRPr lang="en-US" altLang="en-US" sz="2000" dirty="0">
              <a:latin typeface="Arial" panose="020B0604020202020204" pitchFamily="34" charset="0"/>
            </a:endParaRPr>
          </a:p>
          <a:p>
            <a:pPr lvl="0" eaLnBrk="0" fontAlgn="base" hangingPunct="0">
              <a:spcBef>
                <a:spcPct val="0"/>
              </a:spcBef>
              <a:spcAft>
                <a:spcPct val="0"/>
              </a:spcAft>
            </a:pPr>
            <a:r>
              <a:rPr lang="en-US" altLang="en-US" sz="2000" b="1" dirty="0">
                <a:latin typeface="Arial" panose="020B0604020202020204" pitchFamily="34" charset="0"/>
              </a:rPr>
              <a:t>Mobile App Integration:</a:t>
            </a:r>
            <a:br>
              <a:rPr lang="en-US" altLang="en-US" sz="2000" dirty="0">
                <a:latin typeface="Arial" panose="020B0604020202020204" pitchFamily="34" charset="0"/>
              </a:rPr>
            </a:br>
            <a:r>
              <a:rPr lang="en-US" altLang="en-US" sz="2000" dirty="0">
                <a:latin typeface="Arial" panose="020B0604020202020204" pitchFamily="34" charset="0"/>
              </a:rPr>
              <a:t>The system can be turned into a mobile app, allowing users to book and cancel tickets on the go.</a:t>
            </a:r>
          </a:p>
          <a:p>
            <a:pPr lvl="0" eaLnBrk="0" fontAlgn="base" hangingPunct="0">
              <a:spcBef>
                <a:spcPct val="0"/>
              </a:spcBef>
              <a:spcAft>
                <a:spcPct val="0"/>
              </a:spcAft>
            </a:pPr>
            <a:endParaRPr lang="en-US" altLang="en-US" sz="2000" dirty="0">
              <a:latin typeface="Arial" panose="020B0604020202020204" pitchFamily="34" charset="0"/>
            </a:endParaRPr>
          </a:p>
          <a:p>
            <a:pPr lvl="0" eaLnBrk="0" fontAlgn="base" hangingPunct="0">
              <a:spcBef>
                <a:spcPct val="0"/>
              </a:spcBef>
              <a:spcAft>
                <a:spcPct val="0"/>
              </a:spcAft>
            </a:pPr>
            <a:r>
              <a:rPr lang="en-US" altLang="en-US" sz="2000" b="1" dirty="0">
                <a:latin typeface="Arial" panose="020B0604020202020204" pitchFamily="34" charset="0"/>
              </a:rPr>
              <a:t>Tour Package Booking:</a:t>
            </a:r>
            <a:br>
              <a:rPr lang="en-US" altLang="en-US" sz="2000" dirty="0">
                <a:latin typeface="Arial" panose="020B0604020202020204" pitchFamily="34" charset="0"/>
              </a:rPr>
            </a:br>
            <a:r>
              <a:rPr lang="en-US" altLang="en-US" sz="2000" dirty="0">
                <a:latin typeface="Arial" panose="020B0604020202020204" pitchFamily="34" charset="0"/>
              </a:rPr>
              <a:t>The system could be extended to include tour packages, combining train bookings with hotel and sightseeing reservations.</a:t>
            </a:r>
          </a:p>
          <a:p>
            <a:pPr lvl="0" eaLnBrk="0" fontAlgn="base" hangingPunct="0">
              <a:spcBef>
                <a:spcPct val="0"/>
              </a:spcBef>
              <a:spcAft>
                <a:spcPct val="0"/>
              </a:spcAft>
            </a:pPr>
            <a:endParaRPr lang="en-US" altLang="en-US" sz="2000" dirty="0">
              <a:latin typeface="Arial" panose="020B0604020202020204" pitchFamily="34" charset="0"/>
            </a:endParaRPr>
          </a:p>
          <a:p>
            <a:pPr lvl="0" eaLnBrk="0" fontAlgn="base" hangingPunct="0">
              <a:spcBef>
                <a:spcPct val="0"/>
              </a:spcBef>
              <a:spcAft>
                <a:spcPct val="0"/>
              </a:spcAft>
            </a:pPr>
            <a:r>
              <a:rPr lang="en-US" altLang="en-US" sz="2000" b="1" dirty="0">
                <a:latin typeface="Arial" panose="020B0604020202020204" pitchFamily="34" charset="0"/>
              </a:rPr>
              <a:t>AI-Based Fare Prediction &amp; Suggestions:</a:t>
            </a:r>
            <a:br>
              <a:rPr lang="en-US" altLang="en-US" sz="2000" dirty="0">
                <a:latin typeface="Arial" panose="020B0604020202020204" pitchFamily="34" charset="0"/>
              </a:rPr>
            </a:br>
            <a:r>
              <a:rPr lang="en-US" altLang="en-US" sz="2000" dirty="0">
                <a:latin typeface="Arial" panose="020B0604020202020204" pitchFamily="34" charset="0"/>
              </a:rPr>
              <a:t>In the future, AI could be integrated to suggest cheaper travel routes or predict fare changes based on demand.</a:t>
            </a:r>
          </a:p>
        </p:txBody>
      </p:sp>
    </p:spTree>
    <p:extLst>
      <p:ext uri="{BB962C8B-B14F-4D97-AF65-F5344CB8AC3E}">
        <p14:creationId xmlns:p14="http://schemas.microsoft.com/office/powerpoint/2010/main" val="246047877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79C329-C63A-A47B-EBFC-15134976F1F1}"/>
              </a:ext>
            </a:extLst>
          </p:cNvPr>
          <p:cNvSpPr>
            <a:spLocks noGrp="1"/>
          </p:cNvSpPr>
          <p:nvPr>
            <p:ph type="sldNum" sz="quarter" idx="4"/>
          </p:nvPr>
        </p:nvSpPr>
        <p:spPr/>
        <p:txBody>
          <a:bodyPr/>
          <a:lstStyle/>
          <a:p>
            <a:fld id="{BA02A10D-2263-4C90-A7AB-1C107B9DE31C}" type="slidenum">
              <a:rPr lang="en-US" smtClean="0"/>
              <a:pPr/>
              <a:t>9</a:t>
            </a:fld>
            <a:endParaRPr lang="en-US"/>
          </a:p>
        </p:txBody>
      </p:sp>
      <p:sp>
        <p:nvSpPr>
          <p:cNvPr id="3" name="TextBox 2">
            <a:extLst>
              <a:ext uri="{FF2B5EF4-FFF2-40B4-BE49-F238E27FC236}">
                <a16:creationId xmlns:a16="http://schemas.microsoft.com/office/drawing/2014/main" id="{B917E014-2D06-6EF6-A50F-40A368FB3909}"/>
              </a:ext>
            </a:extLst>
          </p:cNvPr>
          <p:cNvSpPr txBox="1"/>
          <p:nvPr/>
        </p:nvSpPr>
        <p:spPr>
          <a:xfrm>
            <a:off x="157852" y="195732"/>
            <a:ext cx="5711686" cy="584775"/>
          </a:xfrm>
          <a:prstGeom prst="rect">
            <a:avLst/>
          </a:prstGeom>
          <a:noFill/>
        </p:spPr>
        <p:txBody>
          <a:bodyPr wrap="square">
            <a:spAutoFit/>
          </a:bodyPr>
          <a:lstStyle/>
          <a:p>
            <a:r>
              <a:rPr lang="en-IN" sz="3200" b="1" dirty="0">
                <a:solidFill>
                  <a:schemeClr val="bg1"/>
                </a:solidFill>
              </a:rPr>
              <a:t>References</a:t>
            </a:r>
          </a:p>
        </p:txBody>
      </p:sp>
      <p:sp>
        <p:nvSpPr>
          <p:cNvPr id="6" name="Rectangle 5">
            <a:extLst>
              <a:ext uri="{FF2B5EF4-FFF2-40B4-BE49-F238E27FC236}">
                <a16:creationId xmlns:a16="http://schemas.microsoft.com/office/drawing/2014/main" id="{373F55FC-9BE8-DF20-62A9-1613CF33E2AC}"/>
              </a:ext>
            </a:extLst>
          </p:cNvPr>
          <p:cNvSpPr/>
          <p:nvPr/>
        </p:nvSpPr>
        <p:spPr>
          <a:xfrm>
            <a:off x="4572000" y="6569407"/>
            <a:ext cx="4114800" cy="272718"/>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828461C-D7BA-E0D5-8BFB-57C9FA554BC3}"/>
              </a:ext>
            </a:extLst>
          </p:cNvPr>
          <p:cNvSpPr txBox="1"/>
          <p:nvPr/>
        </p:nvSpPr>
        <p:spPr>
          <a:xfrm>
            <a:off x="369949" y="1258911"/>
            <a:ext cx="6582571" cy="4832092"/>
          </a:xfrm>
          <a:prstGeom prst="rect">
            <a:avLst/>
          </a:prstGeom>
          <a:noFill/>
        </p:spPr>
        <p:txBody>
          <a:bodyPr wrap="none" rtlCol="0">
            <a:spAutoFit/>
          </a:bodyPr>
          <a:lstStyle/>
          <a:p>
            <a:r>
              <a:rPr lang="en-IN" sz="2800" b="1" dirty="0" err="1"/>
              <a:t>GeeksForGeeks</a:t>
            </a:r>
            <a:r>
              <a:rPr lang="en-IN" sz="2800" b="1" dirty="0"/>
              <a:t>:</a:t>
            </a:r>
            <a:br>
              <a:rPr lang="en-IN" sz="2800" b="1" dirty="0"/>
            </a:br>
            <a:r>
              <a:rPr lang="en-IN" sz="2800" dirty="0">
                <a:hlinkClick r:id="rId2"/>
              </a:rPr>
              <a:t>https://www.geeksforgeeks.org/</a:t>
            </a:r>
            <a:endParaRPr lang="en-IN" sz="2800" dirty="0"/>
          </a:p>
          <a:p>
            <a:endParaRPr lang="en-IN" sz="2800" dirty="0"/>
          </a:p>
          <a:p>
            <a:r>
              <a:rPr lang="en-IN" sz="2800" b="1" dirty="0"/>
              <a:t>Oracle Java Documentation:</a:t>
            </a:r>
          </a:p>
          <a:p>
            <a:r>
              <a:rPr lang="en-IN" sz="2800" dirty="0">
                <a:hlinkClick r:id="rId3"/>
              </a:rPr>
              <a:t>https://docs.oracle.com/en/java/javase/24/</a:t>
            </a:r>
            <a:endParaRPr lang="en-IN" sz="2800" dirty="0"/>
          </a:p>
          <a:p>
            <a:br>
              <a:rPr lang="en-IN" sz="2800" dirty="0"/>
            </a:br>
            <a:r>
              <a:rPr lang="en-IN" sz="2800" b="1" dirty="0"/>
              <a:t>GitHub:</a:t>
            </a:r>
          </a:p>
          <a:p>
            <a:r>
              <a:rPr lang="en-IN" sz="2800" dirty="0">
                <a:hlinkClick r:id="rId4"/>
              </a:rPr>
              <a:t>https://github.com/</a:t>
            </a:r>
            <a:endParaRPr lang="en-IN" sz="2800" dirty="0"/>
          </a:p>
          <a:p>
            <a:br>
              <a:rPr lang="en-IN" sz="2800" dirty="0"/>
            </a:br>
            <a:r>
              <a:rPr lang="en-IN" sz="2800" b="1" dirty="0"/>
              <a:t>YouTube:</a:t>
            </a:r>
            <a:br>
              <a:rPr lang="en-IN" sz="2800" dirty="0"/>
            </a:br>
            <a:r>
              <a:rPr lang="en-IN" sz="2800" dirty="0">
                <a:hlinkClick r:id="rId5"/>
              </a:rPr>
              <a:t>https://youtube.com/</a:t>
            </a:r>
            <a:endParaRPr lang="en-IN" sz="2800" dirty="0"/>
          </a:p>
        </p:txBody>
      </p:sp>
    </p:spTree>
    <p:extLst>
      <p:ext uri="{BB962C8B-B14F-4D97-AF65-F5344CB8AC3E}">
        <p14:creationId xmlns:p14="http://schemas.microsoft.com/office/powerpoint/2010/main" val="66674222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C92F430564EF4D984C4A50052D1AF6" ma:contentTypeVersion="8" ma:contentTypeDescription="Create a new document." ma:contentTypeScope="" ma:versionID="8ea2e7608f469c9e254f81e35472f47d">
  <xsd:schema xmlns:xsd="http://www.w3.org/2001/XMLSchema" xmlns:xs="http://www.w3.org/2001/XMLSchema" xmlns:p="http://schemas.microsoft.com/office/2006/metadata/properties" xmlns:ns2="0fbc9270-0da3-4309-bbac-5b4c8771e74b" xmlns:ns3="ab30937d-86ce-40fb-8648-9463b070ea83" targetNamespace="http://schemas.microsoft.com/office/2006/metadata/properties" ma:root="true" ma:fieldsID="c5e28a6ccad94107522dd8297a35fb96" ns2:_="" ns3:_="">
    <xsd:import namespace="0fbc9270-0da3-4309-bbac-5b4c8771e74b"/>
    <xsd:import namespace="ab30937d-86ce-40fb-8648-9463b070ea8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c9270-0da3-4309-bbac-5b4c8771e7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30937d-86ce-40fb-8648-9463b070ea8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8C4E62-7774-425A-95A0-8B6255321F20}">
  <ds:schemaRefs>
    <ds:schemaRef ds:uri="0fbc9270-0da3-4309-bbac-5b4c8771e74b"/>
    <ds:schemaRef ds:uri="ab30937d-86ce-40fb-8648-9463b070ea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FE9CAB-38C7-4334-BAE1-D9EA537FF66A}">
  <ds:schemaRefs>
    <ds:schemaRef ds:uri="http://schemas.microsoft.com/office/2006/metadata/properties"/>
    <ds:schemaRef ds:uri="http://purl.org/dc/terms/"/>
    <ds:schemaRef ds:uri="http://schemas.microsoft.com/office/2006/documentManagement/types"/>
    <ds:schemaRef ds:uri="0fbc9270-0da3-4309-bbac-5b4c8771e74b"/>
    <ds:schemaRef ds:uri="http://schemas.microsoft.com/office/infopath/2007/PartnerControls"/>
    <ds:schemaRef ds:uri="ab30937d-86ce-40fb-8648-9463b070ea83"/>
    <ds:schemaRef ds:uri="http://purl.org/dc/elements/1.1/"/>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1B1FE39E-575E-4327-9668-9F25DDF93C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3309</TotalTime>
  <Words>681</Words>
  <Application>Microsoft Office PowerPoint</Application>
  <PresentationFormat>Custom</PresentationFormat>
  <Paragraphs>70</Paragraphs>
  <Slides>9</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9</vt:i4>
      </vt:variant>
    </vt:vector>
  </HeadingPairs>
  <TitlesOfParts>
    <vt:vector size="13" baseType="lpstr">
      <vt:lpstr>Calibri</vt:lpstr>
      <vt:lpstr>Arial</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landscape2</dc:creator>
  <cp:lastModifiedBy>Mannan Gaudi</cp:lastModifiedBy>
  <cp:revision>37</cp:revision>
  <dcterms:created xsi:type="dcterms:W3CDTF">2016-09-19T07:02:22Z</dcterms:created>
  <dcterms:modified xsi:type="dcterms:W3CDTF">2025-04-30T08:23:28Z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0x01010069C92F430564EF4D984C4A50052D1AF6</vt:lpwstr>
  </property>
</Properties>
</file>